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28803600" cy="41405175"/>
  <p:notesSz cx="6735763" cy="9866313"/>
  <p:defaultTextStyle>
    <a:defPPr>
      <a:defRPr lang="ja-JP"/>
    </a:defPPr>
    <a:lvl1pPr marL="0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1pPr>
    <a:lvl2pPr marL="2005266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2pPr>
    <a:lvl3pPr marL="4010531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3pPr>
    <a:lvl4pPr marL="6015802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4pPr>
    <a:lvl5pPr marL="8021067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5pPr>
    <a:lvl6pPr marL="10026333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6pPr>
    <a:lvl7pPr marL="12031599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7pPr>
    <a:lvl8pPr marL="14036865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8pPr>
    <a:lvl9pPr marL="16042135" algn="l" defTabSz="4010531" rtl="0" eaLnBrk="1" latinLnBrk="0" hangingPunct="1">
      <a:defRPr kumimoji="1" sz="7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041">
          <p15:clr>
            <a:srgbClr val="A4A3A4"/>
          </p15:clr>
        </p15:guide>
        <p15:guide id="2" pos="90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0288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708CAE-695B-4FF6-AAE5-A143F34FC362}" v="873" dt="2023-11-17T05:37:27.989"/>
  </p1510:revLst>
</p1510:revInfo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濃色スタイル 2 - アクセント 5/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5400" autoAdjust="0"/>
  </p:normalViewPr>
  <p:slideViewPr>
    <p:cSldViewPr>
      <p:cViewPr>
        <p:scale>
          <a:sx n="50" d="100"/>
          <a:sy n="50" d="100"/>
        </p:scale>
        <p:origin x="90" y="42"/>
      </p:cViewPr>
      <p:guideLst>
        <p:guide orient="horz" pos="13041"/>
        <p:guide pos="90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tanabe Noritomo" userId="35c5ea2c58a33c06" providerId="LiveId" clId="{AA708CAE-695B-4FF6-AAE5-A143F34FC362}"/>
    <pc:docChg chg="undo custSel modSld">
      <pc:chgData name="watanabe Noritomo" userId="35c5ea2c58a33c06" providerId="LiveId" clId="{AA708CAE-695B-4FF6-AAE5-A143F34FC362}" dt="2023-11-15T05:08:58.715" v="111"/>
      <pc:docMkLst>
        <pc:docMk/>
      </pc:docMkLst>
      <pc:sldChg chg="addSp delSp modSp mod">
        <pc:chgData name="watanabe Noritomo" userId="35c5ea2c58a33c06" providerId="LiveId" clId="{AA708CAE-695B-4FF6-AAE5-A143F34FC362}" dt="2023-11-15T05:08:58.715" v="111"/>
        <pc:sldMkLst>
          <pc:docMk/>
          <pc:sldMk cId="1858896737" sldId="257"/>
        </pc:sldMkLst>
        <pc:spChg chg="mod">
          <ac:chgData name="watanabe Noritomo" userId="35c5ea2c58a33c06" providerId="LiveId" clId="{AA708CAE-695B-4FF6-AAE5-A143F34FC362}" dt="2023-11-15T03:52:00.598" v="103" actId="14100"/>
          <ac:spMkLst>
            <pc:docMk/>
            <pc:sldMk cId="1858896737" sldId="257"/>
            <ac:spMk id="4" creationId="{00000000-0000-0000-0000-000000000000}"/>
          </ac:spMkLst>
        </pc:spChg>
        <pc:spChg chg="mod">
          <ac:chgData name="watanabe Noritomo" userId="35c5ea2c58a33c06" providerId="LiveId" clId="{AA708CAE-695B-4FF6-AAE5-A143F34FC362}" dt="2023-11-15T05:08:58.715" v="111"/>
          <ac:spMkLst>
            <pc:docMk/>
            <pc:sldMk cId="1858896737" sldId="257"/>
            <ac:spMk id="5" creationId="{00000000-0000-0000-0000-000000000000}"/>
          </ac:spMkLst>
        </pc:spChg>
        <pc:spChg chg="add del mod">
          <ac:chgData name="watanabe Noritomo" userId="35c5ea2c58a33c06" providerId="LiveId" clId="{AA708CAE-695B-4FF6-AAE5-A143F34FC362}" dt="2023-11-14T15:42:30.806" v="14"/>
          <ac:spMkLst>
            <pc:docMk/>
            <pc:sldMk cId="1858896737" sldId="257"/>
            <ac:spMk id="6" creationId="{6B21FBB1-CD85-123E-1EEA-151DA2467F64}"/>
          </ac:spMkLst>
        </pc:spChg>
        <pc:spChg chg="mod">
          <ac:chgData name="watanabe Noritomo" userId="35c5ea2c58a33c06" providerId="LiveId" clId="{AA708CAE-695B-4FF6-AAE5-A143F34FC362}" dt="2023-11-15T03:41:04.112" v="63" actId="20577"/>
          <ac:spMkLst>
            <pc:docMk/>
            <pc:sldMk cId="1858896737" sldId="257"/>
            <ac:spMk id="7" creationId="{00000000-0000-0000-0000-000000000000}"/>
          </ac:spMkLst>
        </pc:spChg>
        <pc:spChg chg="add del mod">
          <ac:chgData name="watanabe Noritomo" userId="35c5ea2c58a33c06" providerId="LiveId" clId="{AA708CAE-695B-4FF6-AAE5-A143F34FC362}" dt="2023-11-14T15:42:30.806" v="14"/>
          <ac:spMkLst>
            <pc:docMk/>
            <pc:sldMk cId="1858896737" sldId="257"/>
            <ac:spMk id="9" creationId="{FC13EA42-CF4D-EF10-6715-ABC69D31CFD4}"/>
          </ac:spMkLst>
        </pc:spChg>
        <pc:spChg chg="mod">
          <ac:chgData name="watanabe Noritomo" userId="35c5ea2c58a33c06" providerId="LiveId" clId="{AA708CAE-695B-4FF6-AAE5-A143F34FC362}" dt="2023-11-15T03:53:56.206" v="104" actId="1076"/>
          <ac:spMkLst>
            <pc:docMk/>
            <pc:sldMk cId="1858896737" sldId="257"/>
            <ac:spMk id="10" creationId="{00000000-0000-0000-0000-000000000000}"/>
          </ac:spMkLst>
        </pc:spChg>
        <pc:spChg chg="add del mod">
          <ac:chgData name="watanabe Noritomo" userId="35c5ea2c58a33c06" providerId="LiveId" clId="{AA708CAE-695B-4FF6-AAE5-A143F34FC362}" dt="2023-11-14T15:42:30.806" v="14"/>
          <ac:spMkLst>
            <pc:docMk/>
            <pc:sldMk cId="1858896737" sldId="257"/>
            <ac:spMk id="15" creationId="{2E2FDDE9-01E0-29EA-15C3-01A742D0D647}"/>
          </ac:spMkLst>
        </pc:spChg>
        <pc:spChg chg="add del mod">
          <ac:chgData name="watanabe Noritomo" userId="35c5ea2c58a33c06" providerId="LiveId" clId="{AA708CAE-695B-4FF6-AAE5-A143F34FC362}" dt="2023-11-14T15:42:30.806" v="14"/>
          <ac:spMkLst>
            <pc:docMk/>
            <pc:sldMk cId="1858896737" sldId="257"/>
            <ac:spMk id="16" creationId="{E3B2B929-987E-08F6-92A8-E69B5BA5F0D8}"/>
          </ac:spMkLst>
        </pc:spChg>
        <pc:spChg chg="add del mod">
          <ac:chgData name="watanabe Noritomo" userId="35c5ea2c58a33c06" providerId="LiveId" clId="{AA708CAE-695B-4FF6-AAE5-A143F34FC362}" dt="2023-11-14T15:43:09.931" v="20"/>
          <ac:spMkLst>
            <pc:docMk/>
            <pc:sldMk cId="1858896737" sldId="257"/>
            <ac:spMk id="18" creationId="{EE5922D1-221C-7704-24EA-4D24DA3FD127}"/>
          </ac:spMkLst>
        </pc:spChg>
        <pc:spChg chg="add del mod">
          <ac:chgData name="watanabe Noritomo" userId="35c5ea2c58a33c06" providerId="LiveId" clId="{AA708CAE-695B-4FF6-AAE5-A143F34FC362}" dt="2023-11-14T15:43:09.931" v="20"/>
          <ac:spMkLst>
            <pc:docMk/>
            <pc:sldMk cId="1858896737" sldId="257"/>
            <ac:spMk id="19" creationId="{41EA27B4-945C-4569-45E0-8A68BF4A838F}"/>
          </ac:spMkLst>
        </pc:spChg>
        <pc:spChg chg="add del mod">
          <ac:chgData name="watanabe Noritomo" userId="35c5ea2c58a33c06" providerId="LiveId" clId="{AA708CAE-695B-4FF6-AAE5-A143F34FC362}" dt="2023-11-14T15:43:09.931" v="20"/>
          <ac:spMkLst>
            <pc:docMk/>
            <pc:sldMk cId="1858896737" sldId="257"/>
            <ac:spMk id="21" creationId="{25FC960E-8084-4277-BDC2-D8391DC8563C}"/>
          </ac:spMkLst>
        </pc:spChg>
        <pc:spChg chg="mod">
          <ac:chgData name="watanabe Noritomo" userId="35c5ea2c58a33c06" providerId="LiveId" clId="{AA708CAE-695B-4FF6-AAE5-A143F34FC362}" dt="2023-11-14T15:41:38.944" v="8" actId="20577"/>
          <ac:spMkLst>
            <pc:docMk/>
            <pc:sldMk cId="1858896737" sldId="257"/>
            <ac:spMk id="140" creationId="{00000000-0000-0000-0000-000000000000}"/>
          </ac:spMkLst>
        </pc:spChg>
        <pc:spChg chg="del">
          <ac:chgData name="watanabe Noritomo" userId="35c5ea2c58a33c06" providerId="LiveId" clId="{AA708CAE-695B-4FF6-AAE5-A143F34FC362}" dt="2023-11-14T15:43:28.051" v="27" actId="478"/>
          <ac:spMkLst>
            <pc:docMk/>
            <pc:sldMk cId="1858896737" sldId="257"/>
            <ac:spMk id="151" creationId="{00000000-0000-0000-0000-000000000000}"/>
          </ac:spMkLst>
        </pc:spChg>
        <pc:spChg chg="del">
          <ac:chgData name="watanabe Noritomo" userId="35c5ea2c58a33c06" providerId="LiveId" clId="{AA708CAE-695B-4FF6-AAE5-A143F34FC362}" dt="2023-11-14T15:43:32.189" v="28" actId="478"/>
          <ac:spMkLst>
            <pc:docMk/>
            <pc:sldMk cId="1858896737" sldId="257"/>
            <ac:spMk id="152" creationId="{00000000-0000-0000-0000-000000000000}"/>
          </ac:spMkLst>
        </pc:spChg>
        <pc:graphicFrameChg chg="add del mod">
          <ac:chgData name="watanabe Noritomo" userId="35c5ea2c58a33c06" providerId="LiveId" clId="{AA708CAE-695B-4FF6-AAE5-A143F34FC362}" dt="2023-11-14T15:42:30.806" v="14"/>
          <ac:graphicFrameMkLst>
            <pc:docMk/>
            <pc:sldMk cId="1858896737" sldId="257"/>
            <ac:graphicFrameMk id="14" creationId="{C87AEB75-F618-9E6F-EB3F-1B7553A20360}"/>
          </ac:graphicFrameMkLst>
        </pc:graphicFrameChg>
        <pc:graphicFrameChg chg="add del mod">
          <ac:chgData name="watanabe Noritomo" userId="35c5ea2c58a33c06" providerId="LiveId" clId="{AA708CAE-695B-4FF6-AAE5-A143F34FC362}" dt="2023-11-14T15:43:09.931" v="20"/>
          <ac:graphicFrameMkLst>
            <pc:docMk/>
            <pc:sldMk cId="1858896737" sldId="257"/>
            <ac:graphicFrameMk id="20" creationId="{9BB50B47-BE68-D2FC-44D9-B9E39475BA0F}"/>
          </ac:graphicFrameMkLst>
        </pc:graphicFrameChg>
        <pc:picChg chg="add del mod">
          <ac:chgData name="watanabe Noritomo" userId="35c5ea2c58a33c06" providerId="LiveId" clId="{AA708CAE-695B-4FF6-AAE5-A143F34FC362}" dt="2023-11-15T03:41:40.479" v="65" actId="478"/>
          <ac:picMkLst>
            <pc:docMk/>
            <pc:sldMk cId="1858896737" sldId="257"/>
            <ac:picMk id="3" creationId="{82FE50EF-A2DA-9367-6B17-4B18F8B91A5F}"/>
          </ac:picMkLst>
        </pc:picChg>
        <pc:picChg chg="add del">
          <ac:chgData name="watanabe Noritomo" userId="35c5ea2c58a33c06" providerId="LiveId" clId="{AA708CAE-695B-4FF6-AAE5-A143F34FC362}" dt="2023-11-14T15:42:34.408" v="16"/>
          <ac:picMkLst>
            <pc:docMk/>
            <pc:sldMk cId="1858896737" sldId="257"/>
            <ac:picMk id="17" creationId="{120389CD-87D4-D904-5306-B13D78BDC88A}"/>
          </ac:picMkLst>
        </pc:picChg>
        <pc:picChg chg="add mod">
          <ac:chgData name="watanabe Noritomo" userId="35c5ea2c58a33c06" providerId="LiveId" clId="{AA708CAE-695B-4FF6-AAE5-A143F34FC362}" dt="2023-11-14T15:43:45.429" v="30" actId="1076"/>
          <ac:picMkLst>
            <pc:docMk/>
            <pc:sldMk cId="1858896737" sldId="257"/>
            <ac:picMk id="22" creationId="{EF498E58-5938-0895-A2B3-BA8726756EDB}"/>
          </ac:picMkLst>
        </pc:picChg>
        <pc:picChg chg="add mod">
          <ac:chgData name="watanabe Noritomo" userId="35c5ea2c58a33c06" providerId="LiveId" clId="{AA708CAE-695B-4FF6-AAE5-A143F34FC362}" dt="2023-11-15T03:41:10.209" v="64" actId="1076"/>
          <ac:picMkLst>
            <pc:docMk/>
            <pc:sldMk cId="1858896737" sldId="257"/>
            <ac:picMk id="23" creationId="{EDB4886F-3979-22B3-3F02-71337EED1AA2}"/>
          </ac:picMkLst>
        </pc:picChg>
      </pc:sldChg>
    </pc:docChg>
  </pc:docChgLst>
  <pc:docChgLst>
    <pc:chgData name="宣友 渡邉" userId="35c5ea2c58a33c06" providerId="LiveId" clId="{AA708CAE-695B-4FF6-AAE5-A143F34FC362}"/>
    <pc:docChg chg="undo redo custSel modSld">
      <pc:chgData name="宣友 渡邉" userId="35c5ea2c58a33c06" providerId="LiveId" clId="{AA708CAE-695B-4FF6-AAE5-A143F34FC362}" dt="2023-11-17T05:42:12.986" v="9164" actId="14100"/>
      <pc:docMkLst>
        <pc:docMk/>
      </pc:docMkLst>
      <pc:sldChg chg="addSp delSp modSp mod modAnim">
        <pc:chgData name="宣友 渡邉" userId="35c5ea2c58a33c06" providerId="LiveId" clId="{AA708CAE-695B-4FF6-AAE5-A143F34FC362}" dt="2023-11-17T05:42:12.986" v="9164" actId="14100"/>
        <pc:sldMkLst>
          <pc:docMk/>
          <pc:sldMk cId="1858896737" sldId="257"/>
        </pc:sldMkLst>
        <pc:spChg chg="del">
          <ac:chgData name="宣友 渡邉" userId="35c5ea2c58a33c06" providerId="LiveId" clId="{AA708CAE-695B-4FF6-AAE5-A143F34FC362}" dt="2023-11-03T10:59:45.274" v="307" actId="478"/>
          <ac:spMkLst>
            <pc:docMk/>
            <pc:sldMk cId="1858896737" sldId="257"/>
            <ac:spMk id="2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" creationId="{4BEEF323-9CB3-0BAA-DB7F-B86EEE3866F4}"/>
          </ac:spMkLst>
        </pc:spChg>
        <pc:spChg chg="add mod">
          <ac:chgData name="宣友 渡邉" userId="35c5ea2c58a33c06" providerId="LiveId" clId="{AA708CAE-695B-4FF6-AAE5-A143F34FC362}" dt="2023-11-16T14:54:19.844" v="7902" actId="571"/>
          <ac:spMkLst>
            <pc:docMk/>
            <pc:sldMk cId="1858896737" sldId="257"/>
            <ac:spMk id="2" creationId="{8F70F47E-BF2E-32DC-F96C-27E0C1D6BA0F}"/>
          </ac:spMkLst>
        </pc:spChg>
        <pc:spChg chg="add mod">
          <ac:chgData name="宣友 渡邉" userId="35c5ea2c58a33c06" providerId="LiveId" clId="{AA708CAE-695B-4FF6-AAE5-A143F34FC362}" dt="2023-11-16T14:54:19.844" v="7902" actId="571"/>
          <ac:spMkLst>
            <pc:docMk/>
            <pc:sldMk cId="1858896737" sldId="257"/>
            <ac:spMk id="3" creationId="{2FE9A90D-6725-0F20-D778-75C77C5DE994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3" creationId="{A5B6036E-3553-27FF-3471-F5EF3CDE799E}"/>
          </ac:spMkLst>
        </pc:spChg>
        <pc:spChg chg="mod">
          <ac:chgData name="宣友 渡邉" userId="35c5ea2c58a33c06" providerId="LiveId" clId="{AA708CAE-695B-4FF6-AAE5-A143F34FC362}" dt="2023-11-15T14:46:40.267" v="7453" actId="14100"/>
          <ac:spMkLst>
            <pc:docMk/>
            <pc:sldMk cId="1858896737" sldId="257"/>
            <ac:spMk id="4" creationId="{00000000-0000-0000-0000-000000000000}"/>
          </ac:spMkLst>
        </pc:spChg>
        <pc:spChg chg="del mod">
          <ac:chgData name="宣友 渡邉" userId="35c5ea2c58a33c06" providerId="LiveId" clId="{AA708CAE-695B-4FF6-AAE5-A143F34FC362}" dt="2023-11-15T07:25:16.900" v="2246" actId="478"/>
          <ac:spMkLst>
            <pc:docMk/>
            <pc:sldMk cId="1858896737" sldId="257"/>
            <ac:spMk id="5" creationId="{00000000-0000-0000-0000-000000000000}"/>
          </ac:spMkLst>
        </pc:spChg>
        <pc:spChg chg="add mod">
          <ac:chgData name="宣友 渡邉" userId="35c5ea2c58a33c06" providerId="LiveId" clId="{AA708CAE-695B-4FF6-AAE5-A143F34FC362}" dt="2023-11-16T14:54:19.334" v="7901" actId="571"/>
          <ac:spMkLst>
            <pc:docMk/>
            <pc:sldMk cId="1858896737" sldId="257"/>
            <ac:spMk id="5" creationId="{97154364-3C9E-BF2D-40F3-F48355DCEEDE}"/>
          </ac:spMkLst>
        </pc:spChg>
        <pc:spChg chg="add mod">
          <ac:chgData name="宣友 渡邉" userId="35c5ea2c58a33c06" providerId="LiveId" clId="{AA708CAE-695B-4FF6-AAE5-A143F34FC362}" dt="2023-11-16T14:57:24.700" v="8023" actId="20577"/>
          <ac:spMkLst>
            <pc:docMk/>
            <pc:sldMk cId="1858896737" sldId="257"/>
            <ac:spMk id="6" creationId="{5F693E4D-A10B-09B2-A75A-FD418C004A62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6" creationId="{9CE32197-06F6-83D4-07C5-D08EE65A997D}"/>
          </ac:spMkLst>
        </pc:spChg>
        <pc:spChg chg="del mod">
          <ac:chgData name="宣友 渡邉" userId="35c5ea2c58a33c06" providerId="LiveId" clId="{AA708CAE-695B-4FF6-AAE5-A143F34FC362}" dt="2023-11-15T07:25:52.483" v="2254" actId="478"/>
          <ac:spMkLst>
            <pc:docMk/>
            <pc:sldMk cId="1858896737" sldId="257"/>
            <ac:spMk id="7" creationId="{00000000-0000-0000-0000-000000000000}"/>
          </ac:spMkLst>
        </pc:spChg>
        <pc:spChg chg="add mod">
          <ac:chgData name="宣友 渡邉" userId="35c5ea2c58a33c06" providerId="LiveId" clId="{AA708CAE-695B-4FF6-AAE5-A143F34FC362}" dt="2023-11-16T14:57:18.530" v="8017" actId="20577"/>
          <ac:spMkLst>
            <pc:docMk/>
            <pc:sldMk cId="1858896737" sldId="257"/>
            <ac:spMk id="7" creationId="{585CE6B1-930C-C616-70F1-721D9A8F0294}"/>
          </ac:spMkLst>
        </pc:spChg>
        <pc:spChg chg="del mod">
          <ac:chgData name="宣友 渡邉" userId="35c5ea2c58a33c06" providerId="LiveId" clId="{AA708CAE-695B-4FF6-AAE5-A143F34FC362}" dt="2023-11-15T07:33:25.200" v="2581" actId="478"/>
          <ac:spMkLst>
            <pc:docMk/>
            <pc:sldMk cId="1858896737" sldId="257"/>
            <ac:spMk id="8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9" creationId="{20928109-80F2-E799-937B-5FF40D536C85}"/>
          </ac:spMkLst>
        </pc:spChg>
        <pc:spChg chg="add del mod">
          <ac:chgData name="宣友 渡邉" userId="35c5ea2c58a33c06" providerId="LiveId" clId="{AA708CAE-695B-4FF6-AAE5-A143F34FC362}" dt="2023-11-16T14:58:13.616" v="8207"/>
          <ac:spMkLst>
            <pc:docMk/>
            <pc:sldMk cId="1858896737" sldId="257"/>
            <ac:spMk id="9" creationId="{4A7A0AC2-4E03-D61B-E404-93B328B3919B}"/>
          </ac:spMkLst>
        </pc:spChg>
        <pc:spChg chg="mod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0" creationId="{00000000-0000-0000-0000-000000000000}"/>
          </ac:spMkLst>
        </pc:spChg>
        <pc:spChg chg="del mod">
          <ac:chgData name="宣友 渡邉" userId="35c5ea2c58a33c06" providerId="LiveId" clId="{AA708CAE-695B-4FF6-AAE5-A143F34FC362}" dt="2023-11-15T07:25:56.846" v="2256" actId="478"/>
          <ac:spMkLst>
            <pc:docMk/>
            <pc:sldMk cId="1858896737" sldId="257"/>
            <ac:spMk id="11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6T14:58:13.616" v="8207"/>
          <ac:spMkLst>
            <pc:docMk/>
            <pc:sldMk cId="1858896737" sldId="257"/>
            <ac:spMk id="11" creationId="{7C61AF20-DCBA-E85A-08F7-3582D6ADCAE1}"/>
          </ac:spMkLst>
        </pc:spChg>
        <pc:spChg chg="del mod">
          <ac:chgData name="宣友 渡邉" userId="35c5ea2c58a33c06" providerId="LiveId" clId="{AA708CAE-695B-4FF6-AAE5-A143F34FC362}" dt="2023-11-15T07:33:12.807" v="2579" actId="478"/>
          <ac:spMkLst>
            <pc:docMk/>
            <pc:sldMk cId="1858896737" sldId="257"/>
            <ac:spMk id="12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6T14:58:13.616" v="8207"/>
          <ac:spMkLst>
            <pc:docMk/>
            <pc:sldMk cId="1858896737" sldId="257"/>
            <ac:spMk id="12" creationId="{BEC9A79E-5952-1806-6447-12B9B34FD76D}"/>
          </ac:spMkLst>
        </pc:spChg>
        <pc:spChg chg="mod">
          <ac:chgData name="宣友 渡邉" userId="35c5ea2c58a33c06" providerId="LiveId" clId="{AA708CAE-695B-4FF6-AAE5-A143F34FC362}" dt="2023-11-17T02:24:34.144" v="8805" actId="20577"/>
          <ac:spMkLst>
            <pc:docMk/>
            <pc:sldMk cId="1858896737" sldId="257"/>
            <ac:spMk id="13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14" creationId="{6117DEB5-AFFE-3628-A677-50A212D05C81}"/>
          </ac:spMkLst>
        </pc:spChg>
        <pc:spChg chg="add del mod">
          <ac:chgData name="宣友 渡邉" userId="35c5ea2c58a33c06" providerId="LiveId" clId="{AA708CAE-695B-4FF6-AAE5-A143F34FC362}" dt="2023-11-16T14:58:13.616" v="8207"/>
          <ac:spMkLst>
            <pc:docMk/>
            <pc:sldMk cId="1858896737" sldId="257"/>
            <ac:spMk id="14" creationId="{E19CF2CF-6711-860A-0FCF-A2FC5B57A626}"/>
          </ac:spMkLst>
        </pc:spChg>
        <pc:spChg chg="add del mod">
          <ac:chgData name="宣友 渡邉" userId="35c5ea2c58a33c06" providerId="LiveId" clId="{AA708CAE-695B-4FF6-AAE5-A143F34FC362}" dt="2023-11-16T14:58:13.616" v="8207"/>
          <ac:spMkLst>
            <pc:docMk/>
            <pc:sldMk cId="1858896737" sldId="257"/>
            <ac:spMk id="15" creationId="{0E983CC3-F48B-E669-AD48-488301DF059E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15" creationId="{EAFA4C50-8846-376D-508E-BB7E8DF51260}"/>
          </ac:spMkLst>
        </pc:spChg>
        <pc:spChg chg="add del mod">
          <ac:chgData name="宣友 渡邉" userId="35c5ea2c58a33c06" providerId="LiveId" clId="{AA708CAE-695B-4FF6-AAE5-A143F34FC362}" dt="2023-11-16T14:58:13.616" v="8207"/>
          <ac:spMkLst>
            <pc:docMk/>
            <pc:sldMk cId="1858896737" sldId="257"/>
            <ac:spMk id="16" creationId="{6ECBF0DD-CE16-D57F-8A01-97FBDCC16861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18" creationId="{6F179363-3DDB-F8AF-E0F8-3BB9EB19AC82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19" creationId="{41CEE87C-6B49-58EB-2F57-2D781276239D}"/>
          </ac:spMkLst>
        </pc:spChg>
        <pc:spChg chg="add mod">
          <ac:chgData name="宣友 渡邉" userId="35c5ea2c58a33c06" providerId="LiveId" clId="{AA708CAE-695B-4FF6-AAE5-A143F34FC362}" dt="2023-11-16T14:58:30.134" v="8209" actId="164"/>
          <ac:spMkLst>
            <pc:docMk/>
            <pc:sldMk cId="1858896737" sldId="257"/>
            <ac:spMk id="19" creationId="{CDCD99B5-FEAF-9CA7-1AD5-1CC02936DFD9}"/>
          </ac:spMkLst>
        </pc:spChg>
        <pc:spChg chg="add mod">
          <ac:chgData name="宣友 渡邉" userId="35c5ea2c58a33c06" providerId="LiveId" clId="{AA708CAE-695B-4FF6-AAE5-A143F34FC362}" dt="2023-11-16T14:58:30.134" v="8209" actId="164"/>
          <ac:spMkLst>
            <pc:docMk/>
            <pc:sldMk cId="1858896737" sldId="257"/>
            <ac:spMk id="20" creationId="{15B9DE8D-84FD-8379-82D0-DFBA6AA9FDC2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0" creationId="{4A04BBCB-1484-7F28-A433-73C14C34BC8E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1" creationId="{33890549-4424-F881-EBB5-7CCB7AABA4C3}"/>
          </ac:spMkLst>
        </pc:spChg>
        <pc:spChg chg="add mod">
          <ac:chgData name="宣友 渡邉" userId="35c5ea2c58a33c06" providerId="LiveId" clId="{AA708CAE-695B-4FF6-AAE5-A143F34FC362}" dt="2023-11-16T14:59:37.540" v="8225" actId="1076"/>
          <ac:spMkLst>
            <pc:docMk/>
            <pc:sldMk cId="1858896737" sldId="257"/>
            <ac:spMk id="21" creationId="{CDD06811-048E-B016-18F0-EAE73AFF6434}"/>
          </ac:spMkLst>
        </pc:spChg>
        <pc:spChg chg="add mod">
          <ac:chgData name="宣友 渡邉" userId="35c5ea2c58a33c06" providerId="LiveId" clId="{AA708CAE-695B-4FF6-AAE5-A143F34FC362}" dt="2023-11-16T14:58:30.134" v="8209" actId="164"/>
          <ac:spMkLst>
            <pc:docMk/>
            <pc:sldMk cId="1858896737" sldId="257"/>
            <ac:spMk id="22" creationId="{A3D339E8-7008-FA39-2C00-61046EEAA9C2}"/>
          </ac:spMkLst>
        </pc:spChg>
        <pc:spChg chg="add mod">
          <ac:chgData name="宣友 渡邉" userId="35c5ea2c58a33c06" providerId="LiveId" clId="{AA708CAE-695B-4FF6-AAE5-A143F34FC362}" dt="2023-11-16T14:58:30.134" v="8209" actId="164"/>
          <ac:spMkLst>
            <pc:docMk/>
            <pc:sldMk cId="1858896737" sldId="257"/>
            <ac:spMk id="23" creationId="{B4AF0EE3-7C83-7F94-B13B-C18334CA327E}"/>
          </ac:spMkLst>
        </pc:spChg>
        <pc:spChg chg="add mod">
          <ac:chgData name="宣友 渡邉" userId="35c5ea2c58a33c06" providerId="LiveId" clId="{AA708CAE-695B-4FF6-AAE5-A143F34FC362}" dt="2023-11-16T14:58:30.134" v="8209" actId="164"/>
          <ac:spMkLst>
            <pc:docMk/>
            <pc:sldMk cId="1858896737" sldId="257"/>
            <ac:spMk id="24" creationId="{51DE59EC-FCFD-F9B9-FE5D-EFD973721B23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4" creationId="{DB47E1EA-7DA8-CA80-68BF-1864EB341F77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5" creationId="{024205B3-C5BD-F2F0-8C61-F913F1A6C3BD}"/>
          </ac:spMkLst>
        </pc:spChg>
        <pc:spChg chg="add mod">
          <ac:chgData name="宣友 渡邉" userId="35c5ea2c58a33c06" providerId="LiveId" clId="{AA708CAE-695B-4FF6-AAE5-A143F34FC362}" dt="2023-11-16T14:58:30.134" v="8209" actId="164"/>
          <ac:spMkLst>
            <pc:docMk/>
            <pc:sldMk cId="1858896737" sldId="257"/>
            <ac:spMk id="25" creationId="{98B636AD-4C9A-63B8-12A2-AA0B9A2A8944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6" creationId="{618F2D7C-9E6F-3684-9EF5-6B33D620A212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7" creationId="{EE7298F7-BD27-8C3F-A90B-0D3DCA41F7B8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8" creationId="{1C154B3E-1946-4239-B696-8E70B8B3454E}"/>
          </ac:spMkLst>
        </pc:spChg>
        <pc:spChg chg="add del">
          <ac:chgData name="宣友 渡邉" userId="35c5ea2c58a33c06" providerId="LiveId" clId="{AA708CAE-695B-4FF6-AAE5-A143F34FC362}" dt="2023-11-16T15:02:49.379" v="8231" actId="22"/>
          <ac:spMkLst>
            <pc:docMk/>
            <pc:sldMk cId="1858896737" sldId="257"/>
            <ac:spMk id="28" creationId="{2D47E349-90C5-6577-EB48-A5D16939FF07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29" creationId="{20A33BD2-B0D2-2E2A-351D-303294B7BDBC}"/>
          </ac:spMkLst>
        </pc:spChg>
        <pc:spChg chg="add del mod">
          <ac:chgData name="宣友 渡邉" userId="35c5ea2c58a33c06" providerId="LiveId" clId="{AA708CAE-695B-4FF6-AAE5-A143F34FC362}" dt="2023-11-17T05:29:20.701" v="8941" actId="478"/>
          <ac:spMkLst>
            <pc:docMk/>
            <pc:sldMk cId="1858896737" sldId="257"/>
            <ac:spMk id="30" creationId="{257F7751-BD87-D459-BA27-B3F48F08D387}"/>
          </ac:spMkLst>
        </pc:spChg>
        <pc:spChg chg="add del mod">
          <ac:chgData name="宣友 渡邉" userId="35c5ea2c58a33c06" providerId="LiveId" clId="{AA708CAE-695B-4FF6-AAE5-A143F34FC362}" dt="2023-11-15T07:25:37.258" v="2250"/>
          <ac:spMkLst>
            <pc:docMk/>
            <pc:sldMk cId="1858896737" sldId="257"/>
            <ac:spMk id="30" creationId="{675B57C0-6F95-E077-239B-26F21A0EAC6C}"/>
          </ac:spMkLst>
        </pc:spChg>
        <pc:spChg chg="add mod">
          <ac:chgData name="宣友 渡邉" userId="35c5ea2c58a33c06" providerId="LiveId" clId="{AA708CAE-695B-4FF6-AAE5-A143F34FC362}" dt="2023-11-17T03:24:36.987" v="8844" actId="20577"/>
          <ac:spMkLst>
            <pc:docMk/>
            <pc:sldMk cId="1858896737" sldId="257"/>
            <ac:spMk id="31" creationId="{4528B670-23F4-0A08-12B7-DDD97AF703F6}"/>
          </ac:spMkLst>
        </pc:spChg>
        <pc:spChg chg="del">
          <ac:chgData name="宣友 渡邉" userId="35c5ea2c58a33c06" providerId="LiveId" clId="{AA708CAE-695B-4FF6-AAE5-A143F34FC362}" dt="2023-11-03T10:58:58.484" v="294" actId="478"/>
          <ac:spMkLst>
            <pc:docMk/>
            <pc:sldMk cId="1858896737" sldId="257"/>
            <ac:spMk id="58" creationId="{00000000-0000-0000-0000-000000000000}"/>
          </ac:spMkLst>
        </pc:spChg>
        <pc:spChg chg="del">
          <ac:chgData name="宣友 渡邉" userId="35c5ea2c58a33c06" providerId="LiveId" clId="{AA708CAE-695B-4FF6-AAE5-A143F34FC362}" dt="2023-11-03T10:59:48.247" v="308" actId="478"/>
          <ac:spMkLst>
            <pc:docMk/>
            <pc:sldMk cId="1858896737" sldId="257"/>
            <ac:spMk id="60" creationId="{00000000-0000-0000-0000-000000000000}"/>
          </ac:spMkLst>
        </pc:spChg>
        <pc:spChg chg="del mod">
          <ac:chgData name="宣友 渡邉" userId="35c5ea2c58a33c06" providerId="LiveId" clId="{AA708CAE-695B-4FF6-AAE5-A143F34FC362}" dt="2023-11-03T10:58:41.277" v="289" actId="478"/>
          <ac:spMkLst>
            <pc:docMk/>
            <pc:sldMk cId="1858896737" sldId="257"/>
            <ac:spMk id="63" creationId="{00000000-0000-0000-0000-000000000000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64" creationId="{DCEB7186-BB3B-2B81-3804-2D9EB557A37C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65" creationId="{54AE504A-49F8-26CF-8BEA-9193C395299B}"/>
          </ac:spMkLst>
        </pc:spChg>
        <pc:spChg chg="del mod">
          <ac:chgData name="宣友 渡邉" userId="35c5ea2c58a33c06" providerId="LiveId" clId="{AA708CAE-695B-4FF6-AAE5-A143F34FC362}" dt="2023-11-03T10:59:42.198" v="306" actId="478"/>
          <ac:spMkLst>
            <pc:docMk/>
            <pc:sldMk cId="1858896737" sldId="257"/>
            <ac:spMk id="66" creationId="{00000000-0000-0000-0000-000000000000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66" creationId="{9C864823-DE15-60BC-C8A8-9B8BAE399251}"/>
          </ac:spMkLst>
        </pc:spChg>
        <pc:spChg chg="del mod">
          <ac:chgData name="宣友 渡邉" userId="35c5ea2c58a33c06" providerId="LiveId" clId="{AA708CAE-695B-4FF6-AAE5-A143F34FC362}" dt="2023-11-03T10:58:55.869" v="293" actId="478"/>
          <ac:spMkLst>
            <pc:docMk/>
            <pc:sldMk cId="1858896737" sldId="257"/>
            <ac:spMk id="67" creationId="{00000000-0000-0000-0000-000000000000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67" creationId="{D233156F-35E9-CFC7-5A8C-EC963D59395F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68" creationId="{20BE3FE6-A94F-1187-4B58-A6CA52ED2223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69" creationId="{F6CDF595-84D6-7C48-6490-42F9766FEAF8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72" creationId="{C00BED5B-868B-237C-EBCD-810E5CA0BDF8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73" creationId="{A6C08A6B-81DE-7117-AED3-FDD47FFDDFD0}"/>
          </ac:spMkLst>
        </pc:spChg>
        <pc:spChg chg="add mod">
          <ac:chgData name="宣友 渡邉" userId="35c5ea2c58a33c06" providerId="LiveId" clId="{AA708CAE-695B-4FF6-AAE5-A143F34FC362}" dt="2023-11-15T07:31:37.783" v="2563" actId="403"/>
          <ac:spMkLst>
            <pc:docMk/>
            <pc:sldMk cId="1858896737" sldId="257"/>
            <ac:spMk id="74" creationId="{5E0F9755-DA7D-C502-2DD5-5C8039085E8B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75" creationId="{CFCF2D78-6ED6-84F8-F651-12167746256F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76" creationId="{F2EC6CD0-421F-0EAA-58AB-774A87742278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77" creationId="{D8297D52-86BE-59E3-293F-AA1E8B8797BC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78" creationId="{7A881619-31AA-64E7-6D1C-0805D038BFE6}"/>
          </ac:spMkLst>
        </pc:spChg>
        <pc:spChg chg="del mod">
          <ac:chgData name="宣友 渡邉" userId="35c5ea2c58a33c06" providerId="LiveId" clId="{AA708CAE-695B-4FF6-AAE5-A143F34FC362}" dt="2023-11-15T09:48:02.972" v="3072" actId="478"/>
          <ac:spMkLst>
            <pc:docMk/>
            <pc:sldMk cId="1858896737" sldId="257"/>
            <ac:spMk id="79" creationId="{00000000-0000-0000-0000-000000000000}"/>
          </ac:spMkLst>
        </pc:spChg>
        <pc:spChg chg="del mod">
          <ac:chgData name="宣友 渡邉" userId="35c5ea2c58a33c06" providerId="LiveId" clId="{AA708CAE-695B-4FF6-AAE5-A143F34FC362}" dt="2023-11-15T09:48:07.766" v="3074" actId="478"/>
          <ac:spMkLst>
            <pc:docMk/>
            <pc:sldMk cId="1858896737" sldId="257"/>
            <ac:spMk id="80" creationId="{00000000-0000-0000-0000-000000000000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81" creationId="{445259CE-BA1B-2985-4AAE-5503DEDF6693}"/>
          </ac:spMkLst>
        </pc:spChg>
        <pc:spChg chg="del mod">
          <ac:chgData name="宣友 渡邉" userId="35c5ea2c58a33c06" providerId="LiveId" clId="{AA708CAE-695B-4FF6-AAE5-A143F34FC362}" dt="2023-11-06T11:39:05.837" v="822" actId="478"/>
          <ac:spMkLst>
            <pc:docMk/>
            <pc:sldMk cId="1858896737" sldId="257"/>
            <ac:spMk id="82" creationId="{00000000-0000-0000-0000-000000000000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82" creationId="{4B0DD108-4E2F-797D-ED63-E61B82219F02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83" creationId="{2617CA74-EBDA-29B6-F97D-FCBEBF37DB19}"/>
          </ac:spMkLst>
        </pc:spChg>
        <pc:spChg chg="add mod">
          <ac:chgData name="宣友 渡邉" userId="35c5ea2c58a33c06" providerId="LiveId" clId="{AA708CAE-695B-4FF6-AAE5-A143F34FC362}" dt="2023-11-15T07:26:55.591" v="2264" actId="403"/>
          <ac:spMkLst>
            <pc:docMk/>
            <pc:sldMk cId="1858896737" sldId="257"/>
            <ac:spMk id="84" creationId="{016CC4FB-A6C3-782D-DF03-2B3294F2F34A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87" creationId="{BC8E9829-88DB-A290-7220-B72B39EDEE91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88" creationId="{C26046D5-BA82-8289-145D-4383834BE803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89" creationId="{7C4853CE-FEA9-9E75-95EE-1B087F95543C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90" creationId="{C52047F0-B885-0BAD-07D3-6E371C08C87C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91" creationId="{F193C81A-40EF-3555-4CFC-053E13C70C36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94" creationId="{1079119B-1170-5BBC-B2AB-3D74BBEA8EEA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96" creationId="{F91BD1AD-4C9B-C2D0-15FA-241C383DB6E7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97" creationId="{570C7D1B-87CA-B63C-5770-6454A07844B9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98" creationId="{7225D6BE-69C9-2BC2-2342-C89D8B34CFE6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99" creationId="{0C9A2C70-BF69-EE37-0664-6C9A59939DE8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00" creationId="{B988F63F-7F0F-603C-48D8-731F1245C31C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01" creationId="{59B2459D-ED05-171B-0BB6-932F81CA132F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05" creationId="{B7F9345D-AD23-0321-35C0-1169E810F557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06" creationId="{95141317-FAF4-66EA-86DE-BABAFD089317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07" creationId="{69C04A47-6BCD-A05C-D538-CADCF3C56E27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08" creationId="{57980869-C861-93DB-9EDE-2DF6B5E5360E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09" creationId="{353DFD2E-B61B-BC6F-20C9-5684A8217244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10" creationId="{5F6283F0-6ABD-ABA1-D145-ABAC54273F23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12" creationId="{F9549F75-B30A-69FF-A58F-9484E8607354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14" creationId="{1DE29C6D-B11C-9ECA-5277-4F6F7C976BCA}"/>
          </ac:spMkLst>
        </pc:spChg>
        <pc:spChg chg="add del mod">
          <ac:chgData name="宣友 渡邉" userId="35c5ea2c58a33c06" providerId="LiveId" clId="{AA708CAE-695B-4FF6-AAE5-A143F34FC362}" dt="2023-11-15T07:27:53.161" v="2297"/>
          <ac:spMkLst>
            <pc:docMk/>
            <pc:sldMk cId="1858896737" sldId="257"/>
            <ac:spMk id="116" creationId="{99B8F9F8-D99E-9459-A429-135BAB0A1641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17" creationId="{FA7D4279-760C-47EA-AE2F-5D0A5F651B55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18" creationId="{73AFA699-AB21-47DE-BCCD-9865380A3066}"/>
          </ac:spMkLst>
        </pc:spChg>
        <pc:spChg chg="del mod">
          <ac:chgData name="宣友 渡邉" userId="35c5ea2c58a33c06" providerId="LiveId" clId="{AA708CAE-695B-4FF6-AAE5-A143F34FC362}" dt="2023-11-15T10:14:33.645" v="3425" actId="478"/>
          <ac:spMkLst>
            <pc:docMk/>
            <pc:sldMk cId="1858896737" sldId="257"/>
            <ac:spMk id="119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20" creationId="{6D2EEC5D-4761-1079-934A-F2488E09228C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21" creationId="{B4250903-A1A0-16EC-8996-8595D9040046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22" creationId="{3AD08D68-891E-7F33-5529-0077231CCC67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25" creationId="{50CFE56F-6168-A738-F71E-664AE21804AA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27" creationId="{027A9980-92BC-BEC5-80B9-615FA1570559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28" creationId="{5D74BBB7-3EA2-70D3-2036-3582A17E6B26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29" creationId="{AB00D3B2-BA88-D5E2-B990-FE24299E3D4F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30" creationId="{05A71E38-1A70-C742-25FA-AB14D9D00E40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31" creationId="{26A2DC69-1C34-3FF1-ED60-5F95A9F74AFF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32" creationId="{B3CDEC0F-AF19-8939-6A8C-54B8281F1D79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36" creationId="{E1DF0918-8D45-50F9-5723-9681FE7F0E72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37" creationId="{830B472C-0B38-059F-BCCB-401F4FEF9A06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38" creationId="{39BA5CA1-98D0-82A6-9E9F-F9FB636BAC3F}"/>
          </ac:spMkLst>
        </pc:spChg>
        <pc:spChg chg="del">
          <ac:chgData name="宣友 渡邉" userId="35c5ea2c58a33c06" providerId="LiveId" clId="{AA708CAE-695B-4FF6-AAE5-A143F34FC362}" dt="2023-11-06T11:39:12.399" v="823" actId="478"/>
          <ac:spMkLst>
            <pc:docMk/>
            <pc:sldMk cId="1858896737" sldId="257"/>
            <ac:spMk id="139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39" creationId="{E961A9E7-40EA-AC54-E87C-065E1931CFC8}"/>
          </ac:spMkLst>
        </pc:spChg>
        <pc:spChg chg="mod">
          <ac:chgData name="宣友 渡邉" userId="35c5ea2c58a33c06" providerId="LiveId" clId="{AA708CAE-695B-4FF6-AAE5-A143F34FC362}" dt="2023-11-15T12:20:03.048" v="4195" actId="14100"/>
          <ac:spMkLst>
            <pc:docMk/>
            <pc:sldMk cId="1858896737" sldId="257"/>
            <ac:spMk id="140" creationId="{00000000-0000-0000-0000-000000000000}"/>
          </ac:spMkLst>
        </pc:spChg>
        <pc:spChg chg="del mod">
          <ac:chgData name="宣友 渡邉" userId="35c5ea2c58a33c06" providerId="LiveId" clId="{AA708CAE-695B-4FF6-AAE5-A143F34FC362}" dt="2023-11-15T08:48:00.957" v="2881" actId="478"/>
          <ac:spMkLst>
            <pc:docMk/>
            <pc:sldMk cId="1858896737" sldId="257"/>
            <ac:spMk id="141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42" creationId="{77A86FB8-EF5D-4E85-4706-3EA5773BB917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43" creationId="{966B21E7-FFDE-996B-65B9-2FC89D4028F4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45" creationId="{2780A2BA-3947-C9B0-50EC-F6E0FA4F1A1D}"/>
          </ac:spMkLst>
        </pc:spChg>
        <pc:spChg chg="del mod">
          <ac:chgData name="宣友 渡邉" userId="35c5ea2c58a33c06" providerId="LiveId" clId="{AA708CAE-695B-4FF6-AAE5-A143F34FC362}" dt="2023-11-15T08:59:47.238" v="3000" actId="478"/>
          <ac:spMkLst>
            <pc:docMk/>
            <pc:sldMk cId="1858896737" sldId="257"/>
            <ac:spMk id="146" creationId="{00000000-0000-0000-0000-000000000000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48" creationId="{8363EA74-CA0A-4414-2A0B-0E7AC405BED5}"/>
          </ac:spMkLst>
        </pc:spChg>
        <pc:spChg chg="add del mod">
          <ac:chgData name="宣友 渡邉" userId="35c5ea2c58a33c06" providerId="LiveId" clId="{AA708CAE-695B-4FF6-AAE5-A143F34FC362}" dt="2023-11-15T07:27:56.944" v="2299"/>
          <ac:spMkLst>
            <pc:docMk/>
            <pc:sldMk cId="1858896737" sldId="257"/>
            <ac:spMk id="150" creationId="{183860BE-31CE-1B0F-D9A1-A5C7E72B626D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51" creationId="{C33B01BC-E81E-0254-DF4B-30AA95443FC3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52" creationId="{0D3E2D1E-73D0-73CA-150F-B4C2EFC19665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53" creationId="{F05AFF14-59B3-314D-5A3E-7164FD9BB50C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54" creationId="{34DDE0D8-BC6C-F9DA-8814-27C369D46462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55" creationId="{C7C13D6B-F494-895E-5BA9-BF515A10D59B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56" creationId="{B805B336-60C0-D1BA-DB36-941786320393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57" creationId="{D8E02A0F-1112-2E64-4D12-7EE93D85B7E3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60" creationId="{E80395CC-B8DD-F5A8-FF2C-ABD98A64446D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62" creationId="{A07D3B5E-EB64-D576-2057-E08EA5704369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63" creationId="{75AC8541-71F4-2FCD-0A30-C69B2FC22AC7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64" creationId="{AB436681-D537-C223-BBC6-C5D4C507BB9A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65" creationId="{DDA107AD-5392-01FD-0191-CD5F593E6FA8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66" creationId="{4B29A295-A87E-FFBF-5B50-7BBA2C93A3F6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67" creationId="{370FAAF9-FEE7-252B-0FA2-C92C6B7B880B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71" creationId="{240A66B3-73A4-6B25-07C7-D3A56B11D5DC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72" creationId="{5C31C266-717E-6EBC-57A6-30B1851EB6F3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73" creationId="{C56AAFE8-EF6D-9044-F024-DDC338297BCC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74" creationId="{3E8EF7B3-C5CF-5948-7C0A-7094E32D613D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75" creationId="{9BD5431C-D90A-155C-E2CD-45FD748782AD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76" creationId="{6F1F4A24-5AB7-F71B-7A83-E7AB3007A764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78" creationId="{13E59A47-CB42-0EBD-F451-674BD34EA146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80" creationId="{EFFD70E6-B63A-A939-2EAD-BE25B43D0D1E}"/>
          </ac:spMkLst>
        </pc:spChg>
        <pc:spChg chg="add del mod">
          <ac:chgData name="宣友 渡邉" userId="35c5ea2c58a33c06" providerId="LiveId" clId="{AA708CAE-695B-4FF6-AAE5-A143F34FC362}" dt="2023-11-15T07:28:20.286" v="2303"/>
          <ac:spMkLst>
            <pc:docMk/>
            <pc:sldMk cId="1858896737" sldId="257"/>
            <ac:spMk id="182" creationId="{E3C2708A-FF5E-8627-7A80-C899D7EC41FB}"/>
          </ac:spMkLst>
        </pc:spChg>
        <pc:spChg chg="add del mod topLvl">
          <ac:chgData name="宣友 渡邉" userId="35c5ea2c58a33c06" providerId="LiveId" clId="{AA708CAE-695B-4FF6-AAE5-A143F34FC362}" dt="2023-11-15T10:13:43.704" v="3406" actId="478"/>
          <ac:spMkLst>
            <pc:docMk/>
            <pc:sldMk cId="1858896737" sldId="257"/>
            <ac:spMk id="183" creationId="{C6D38FEF-E3B2-2626-9E7E-ECA9C6CEE3CD}"/>
          </ac:spMkLst>
        </pc:spChg>
        <pc:spChg chg="add del mod topLvl">
          <ac:chgData name="宣友 渡邉" userId="35c5ea2c58a33c06" providerId="LiveId" clId="{AA708CAE-695B-4FF6-AAE5-A143F34FC362}" dt="2023-11-15T10:13:49.696" v="3407" actId="478"/>
          <ac:spMkLst>
            <pc:docMk/>
            <pc:sldMk cId="1858896737" sldId="257"/>
            <ac:spMk id="184" creationId="{A9A22FD8-803B-6DD8-E420-E29FCE939AD4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85" creationId="{07288D55-D0B1-4784-8CEE-C1F13EF44231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86" creationId="{76E38D5F-A471-4017-ED26-0FBB234ED1AA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87" creationId="{14716B83-A4B5-F707-28B5-233EDCC61B39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88" creationId="{4C054126-605D-A235-45FC-E922F9DCAF85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89" creationId="{D2F321F0-7878-859F-D072-3E56E4C4CE3B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92" creationId="{83267978-305D-CD4A-913F-9316B9872BF3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94" creationId="{16B5A576-CAFA-8E52-ED4B-263102AA13A9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95" creationId="{C03F4CAC-A840-03DA-8CAC-425E6D7E6AA6}"/>
          </ac:spMkLst>
        </pc:spChg>
        <pc:spChg chg="add mod topLvl">
          <ac:chgData name="宣友 渡邉" userId="35c5ea2c58a33c06" providerId="LiveId" clId="{AA708CAE-695B-4FF6-AAE5-A143F34FC362}" dt="2023-11-17T02:20:35.106" v="8696" actId="20577"/>
          <ac:spMkLst>
            <pc:docMk/>
            <pc:sldMk cId="1858896737" sldId="257"/>
            <ac:spMk id="196" creationId="{E80F027C-933D-1199-A708-C5EC00D73A89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97" creationId="{CBA5B535-E6D6-B3C7-2F71-BFA16B7AA2FC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98" creationId="{7E2A9EEA-EC61-F1AE-94CB-CD14566A7187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199" creationId="{8A76523D-0852-B5B5-3929-131C1B020AF9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03" creationId="{66A10DA2-4B92-AE19-D2E1-38EF3A210978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04" creationId="{339DB011-96B3-70C9-8FCF-D63DE3E7A224}"/>
          </ac:spMkLst>
        </pc:spChg>
        <pc:spChg chg="add mod or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05" creationId="{DD92B916-78D0-E695-2AAD-950532C2997C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06" creationId="{EEAB0BFA-478A-08C6-FDE6-E08BDC23DD15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07" creationId="{4EA7E164-F817-F305-A02B-061D99D70671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08" creationId="{36F0B57A-A5B1-6451-A442-8DDC13887678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10" creationId="{A5AABD6F-58D3-D37F-76DE-33212180220D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12" creationId="{FBA29B15-C3AC-B593-343B-F0FF3CF49B91}"/>
          </ac:spMkLst>
        </pc:spChg>
        <pc:spChg chg="add mod topLvl">
          <ac:chgData name="宣友 渡邉" userId="35c5ea2c58a33c06" providerId="LiveId" clId="{AA708CAE-695B-4FF6-AAE5-A143F34FC362}" dt="2023-11-16T15:11:40.209" v="8425" actId="1035"/>
          <ac:spMkLst>
            <pc:docMk/>
            <pc:sldMk cId="1858896737" sldId="257"/>
            <ac:spMk id="214" creationId="{BC5AF374-9901-31CA-F7CC-0C0CC9B2CA4D}"/>
          </ac:spMkLst>
        </pc:spChg>
        <pc:spChg chg="add mod">
          <ac:chgData name="宣友 渡邉" userId="35c5ea2c58a33c06" providerId="LiveId" clId="{AA708CAE-695B-4FF6-AAE5-A143F34FC362}" dt="2023-11-17T02:21:08.321" v="8707"/>
          <ac:spMkLst>
            <pc:docMk/>
            <pc:sldMk cId="1858896737" sldId="257"/>
            <ac:spMk id="219" creationId="{0EEC84CE-133A-9336-11C5-B3352DB8A696}"/>
          </ac:spMkLst>
        </pc:spChg>
        <pc:spChg chg="add mod">
          <ac:chgData name="宣友 渡邉" userId="35c5ea2c58a33c06" providerId="LiveId" clId="{AA708CAE-695B-4FF6-AAE5-A143F34FC362}" dt="2023-11-17T03:32:07.121" v="8862"/>
          <ac:spMkLst>
            <pc:docMk/>
            <pc:sldMk cId="1858896737" sldId="257"/>
            <ac:spMk id="224" creationId="{BF7086D5-BFD5-4B9F-ED5B-326B82658A01}"/>
          </ac:spMkLst>
        </pc:spChg>
        <pc:spChg chg="add mod ord">
          <ac:chgData name="宣友 渡邉" userId="35c5ea2c58a33c06" providerId="LiveId" clId="{AA708CAE-695B-4FF6-AAE5-A143F34FC362}" dt="2023-11-17T05:35:05.810" v="9080" actId="14100"/>
          <ac:spMkLst>
            <pc:docMk/>
            <pc:sldMk cId="1858896737" sldId="257"/>
            <ac:spMk id="225" creationId="{66CB2335-2764-2641-9BB9-6B943AC5C355}"/>
          </ac:spMkLst>
        </pc:spChg>
        <pc:spChg chg="add mod">
          <ac:chgData name="宣友 渡邉" userId="35c5ea2c58a33c06" providerId="LiveId" clId="{AA708CAE-695B-4FF6-AAE5-A143F34FC362}" dt="2023-11-17T05:33:24.585" v="9039" actId="1036"/>
          <ac:spMkLst>
            <pc:docMk/>
            <pc:sldMk cId="1858896737" sldId="257"/>
            <ac:spMk id="226" creationId="{DEB2DCA6-DD6C-70E1-B8BC-7936E1F716CA}"/>
          </ac:spMkLst>
        </pc:spChg>
        <pc:spChg chg="add del mod">
          <ac:chgData name="宣友 渡邉" userId="35c5ea2c58a33c06" providerId="LiveId" clId="{AA708CAE-695B-4FF6-AAE5-A143F34FC362}" dt="2023-11-15T09:56:50.751" v="3268" actId="478"/>
          <ac:spMkLst>
            <pc:docMk/>
            <pc:sldMk cId="1858896737" sldId="257"/>
            <ac:spMk id="228" creationId="{67ECE687-EA8C-F88E-2EE4-84D51965ED77}"/>
          </ac:spMkLst>
        </pc:spChg>
        <pc:spChg chg="add mod">
          <ac:chgData name="宣友 渡邉" userId="35c5ea2c58a33c06" providerId="LiveId" clId="{AA708CAE-695B-4FF6-AAE5-A143F34FC362}" dt="2023-11-17T05:33:38.001" v="9042" actId="164"/>
          <ac:spMkLst>
            <pc:docMk/>
            <pc:sldMk cId="1858896737" sldId="257"/>
            <ac:spMk id="229" creationId="{13C24C22-6212-4FF9-C2B2-39562B4B8BD6}"/>
          </ac:spMkLst>
        </pc:spChg>
        <pc:spChg chg="add mod">
          <ac:chgData name="宣友 渡邉" userId="35c5ea2c58a33c06" providerId="LiveId" clId="{AA708CAE-695B-4FF6-AAE5-A143F34FC362}" dt="2023-11-17T05:33:38.001" v="9042" actId="164"/>
          <ac:spMkLst>
            <pc:docMk/>
            <pc:sldMk cId="1858896737" sldId="257"/>
            <ac:spMk id="230" creationId="{E5D6AE54-ABB9-E5D3-3D0C-EC4DBBE04685}"/>
          </ac:spMkLst>
        </pc:spChg>
        <pc:spChg chg="add mod">
          <ac:chgData name="宣友 渡邉" userId="35c5ea2c58a33c06" providerId="LiveId" clId="{AA708CAE-695B-4FF6-AAE5-A143F34FC362}" dt="2023-11-15T10:14:19.903" v="3423" actId="1035"/>
          <ac:spMkLst>
            <pc:docMk/>
            <pc:sldMk cId="1858896737" sldId="257"/>
            <ac:spMk id="234" creationId="{F5FF23DB-F52A-9DB3-DE4A-210714AC6B55}"/>
          </ac:spMkLst>
        </pc:spChg>
        <pc:spChg chg="add mod topLvl">
          <ac:chgData name="宣友 渡邉" userId="35c5ea2c58a33c06" providerId="LiveId" clId="{AA708CAE-695B-4FF6-AAE5-A143F34FC362}" dt="2023-11-15T13:37:16.869" v="5439" actId="164"/>
          <ac:spMkLst>
            <pc:docMk/>
            <pc:sldMk cId="1858896737" sldId="257"/>
            <ac:spMk id="236" creationId="{903A0F58-363E-7B1D-D10F-03E931EA6361}"/>
          </ac:spMkLst>
        </pc:spChg>
        <pc:spChg chg="add mod">
          <ac:chgData name="宣友 渡邉" userId="35c5ea2c58a33c06" providerId="LiveId" clId="{AA708CAE-695B-4FF6-AAE5-A143F34FC362}" dt="2023-11-15T10:13:54.951" v="3408" actId="1035"/>
          <ac:spMkLst>
            <pc:docMk/>
            <pc:sldMk cId="1858896737" sldId="257"/>
            <ac:spMk id="239" creationId="{4187656F-C6A7-443E-9BC9-4AE3B40663B7}"/>
          </ac:spMkLst>
        </pc:spChg>
        <pc:spChg chg="add mod">
          <ac:chgData name="宣友 渡邉" userId="35c5ea2c58a33c06" providerId="LiveId" clId="{AA708CAE-695B-4FF6-AAE5-A143F34FC362}" dt="2023-11-15T10:13:54.951" v="3408" actId="1035"/>
          <ac:spMkLst>
            <pc:docMk/>
            <pc:sldMk cId="1858896737" sldId="257"/>
            <ac:spMk id="244" creationId="{28DEC47C-D2D4-4E38-C990-444BE582B3EB}"/>
          </ac:spMkLst>
        </pc:spChg>
        <pc:spChg chg="mod">
          <ac:chgData name="宣友 渡邉" userId="35c5ea2c58a33c06" providerId="LiveId" clId="{AA708CAE-695B-4FF6-AAE5-A143F34FC362}" dt="2023-11-15T10:14:56.043" v="3445" actId="20577"/>
          <ac:spMkLst>
            <pc:docMk/>
            <pc:sldMk cId="1858896737" sldId="257"/>
            <ac:spMk id="247" creationId="{EC3C6B23-F506-03C7-42F0-D8535A4197A0}"/>
          </ac:spMkLst>
        </pc:spChg>
        <pc:spChg chg="add mod">
          <ac:chgData name="宣友 渡邉" userId="35c5ea2c58a33c06" providerId="LiveId" clId="{AA708CAE-695B-4FF6-AAE5-A143F34FC362}" dt="2023-11-17T02:22:54.862" v="8748"/>
          <ac:spMkLst>
            <pc:docMk/>
            <pc:sldMk cId="1858896737" sldId="257"/>
            <ac:spMk id="248" creationId="{D36BE36A-FAA9-D0DB-3D74-F6A303B5E331}"/>
          </ac:spMkLst>
        </pc:spChg>
        <pc:spChg chg="add del mod">
          <ac:chgData name="宣友 渡邉" userId="35c5ea2c58a33c06" providerId="LiveId" clId="{AA708CAE-695B-4FF6-AAE5-A143F34FC362}" dt="2023-11-15T10:35:35.260" v="3548"/>
          <ac:spMkLst>
            <pc:docMk/>
            <pc:sldMk cId="1858896737" sldId="257"/>
            <ac:spMk id="249" creationId="{DAC28970-091B-7230-1C24-FB265806EC9D}"/>
          </ac:spMkLst>
        </pc:spChg>
        <pc:spChg chg="add mod">
          <ac:chgData name="宣友 渡邉" userId="35c5ea2c58a33c06" providerId="LiveId" clId="{AA708CAE-695B-4FF6-AAE5-A143F34FC362}" dt="2023-11-16T14:49:10.258" v="7606" actId="1035"/>
          <ac:spMkLst>
            <pc:docMk/>
            <pc:sldMk cId="1858896737" sldId="257"/>
            <ac:spMk id="250" creationId="{4F453E3F-6D52-2F4B-25C6-5CE18824BEA9}"/>
          </ac:spMkLst>
        </pc:spChg>
        <pc:spChg chg="add del">
          <ac:chgData name="宣友 渡邉" userId="35c5ea2c58a33c06" providerId="LiveId" clId="{AA708CAE-695B-4FF6-AAE5-A143F34FC362}" dt="2023-11-15T10:37:52.532" v="3586" actId="22"/>
          <ac:spMkLst>
            <pc:docMk/>
            <pc:sldMk cId="1858896737" sldId="257"/>
            <ac:spMk id="252" creationId="{CC5FEB19-4C63-0633-688F-948063CA2345}"/>
          </ac:spMkLst>
        </pc:spChg>
        <pc:spChg chg="add mod">
          <ac:chgData name="宣友 渡邉" userId="35c5ea2c58a33c06" providerId="LiveId" clId="{AA708CAE-695B-4FF6-AAE5-A143F34FC362}" dt="2023-11-16T14:49:10.258" v="7606" actId="1035"/>
          <ac:spMkLst>
            <pc:docMk/>
            <pc:sldMk cId="1858896737" sldId="257"/>
            <ac:spMk id="254" creationId="{0943CEFA-D340-49FB-3DE1-06BFBB87D7F8}"/>
          </ac:spMkLst>
        </pc:spChg>
        <pc:spChg chg="add mod">
          <ac:chgData name="宣友 渡邉" userId="35c5ea2c58a33c06" providerId="LiveId" clId="{AA708CAE-695B-4FF6-AAE5-A143F34FC362}" dt="2023-11-15T12:54:19.151" v="4357" actId="113"/>
          <ac:spMkLst>
            <pc:docMk/>
            <pc:sldMk cId="1858896737" sldId="257"/>
            <ac:spMk id="256" creationId="{21A98F05-4725-2D05-A077-511C1364BC8A}"/>
          </ac:spMkLst>
        </pc:spChg>
        <pc:spChg chg="add del mod">
          <ac:chgData name="宣友 渡邉" userId="35c5ea2c58a33c06" providerId="LiveId" clId="{AA708CAE-695B-4FF6-AAE5-A143F34FC362}" dt="2023-11-15T12:52:59.881" v="4335" actId="478"/>
          <ac:spMkLst>
            <pc:docMk/>
            <pc:sldMk cId="1858896737" sldId="257"/>
            <ac:spMk id="261" creationId="{857DB8DE-3957-AB60-76B2-E71F591C568A}"/>
          </ac:spMkLst>
        </pc:spChg>
        <pc:spChg chg="add mod">
          <ac:chgData name="宣友 渡邉" userId="35c5ea2c58a33c06" providerId="LiveId" clId="{AA708CAE-695B-4FF6-AAE5-A143F34FC362}" dt="2023-11-15T12:54:13.759" v="4355" actId="1076"/>
          <ac:spMkLst>
            <pc:docMk/>
            <pc:sldMk cId="1858896737" sldId="257"/>
            <ac:spMk id="262" creationId="{8C1CAEE0-92BE-D1D6-1B13-5DA456690955}"/>
          </ac:spMkLst>
        </pc:spChg>
        <pc:spChg chg="add mod">
          <ac:chgData name="宣友 渡邉" userId="35c5ea2c58a33c06" providerId="LiveId" clId="{AA708CAE-695B-4FF6-AAE5-A143F34FC362}" dt="2023-11-16T14:54:03.027" v="7896" actId="1076"/>
          <ac:spMkLst>
            <pc:docMk/>
            <pc:sldMk cId="1858896737" sldId="257"/>
            <ac:spMk id="263" creationId="{5ADBB443-2CB4-D70B-7EE0-BCAEC7B1A91E}"/>
          </ac:spMkLst>
        </pc:spChg>
        <pc:spChg chg="add mod">
          <ac:chgData name="宣友 渡邉" userId="35c5ea2c58a33c06" providerId="LiveId" clId="{AA708CAE-695B-4FF6-AAE5-A143F34FC362}" dt="2023-11-16T14:54:03.027" v="7896" actId="1076"/>
          <ac:spMkLst>
            <pc:docMk/>
            <pc:sldMk cId="1858896737" sldId="257"/>
            <ac:spMk id="264" creationId="{C88D2690-947D-C4FA-D7AB-F2367DE12885}"/>
          </ac:spMkLst>
        </pc:spChg>
        <pc:spChg chg="add del mod">
          <ac:chgData name="宣友 渡邉" userId="35c5ea2c58a33c06" providerId="LiveId" clId="{AA708CAE-695B-4FF6-AAE5-A143F34FC362}" dt="2023-11-15T12:08:07.081" v="4009" actId="478"/>
          <ac:spMkLst>
            <pc:docMk/>
            <pc:sldMk cId="1858896737" sldId="257"/>
            <ac:spMk id="265" creationId="{5B78577D-2DEA-2908-C196-8351C12580C9}"/>
          </ac:spMkLst>
        </pc:spChg>
        <pc:spChg chg="add del">
          <ac:chgData name="宣友 渡邉" userId="35c5ea2c58a33c06" providerId="LiveId" clId="{AA708CAE-695B-4FF6-AAE5-A143F34FC362}" dt="2023-11-15T12:12:49.874" v="4107" actId="22"/>
          <ac:spMkLst>
            <pc:docMk/>
            <pc:sldMk cId="1858896737" sldId="257"/>
            <ac:spMk id="267" creationId="{30335EBA-CC4E-BF50-3657-EF6FD65842D0}"/>
          </ac:spMkLst>
        </pc:spChg>
        <pc:spChg chg="add mod">
          <ac:chgData name="宣友 渡邉" userId="35c5ea2c58a33c06" providerId="LiveId" clId="{AA708CAE-695B-4FF6-AAE5-A143F34FC362}" dt="2023-11-16T15:21:39.891" v="8630" actId="1076"/>
          <ac:spMkLst>
            <pc:docMk/>
            <pc:sldMk cId="1858896737" sldId="257"/>
            <ac:spMk id="269" creationId="{D3FFAFE5-3BD4-AF01-3C58-9F533D0AC0D8}"/>
          </ac:spMkLst>
        </pc:spChg>
        <pc:spChg chg="add mod">
          <ac:chgData name="宣友 渡邉" userId="35c5ea2c58a33c06" providerId="LiveId" clId="{AA708CAE-695B-4FF6-AAE5-A143F34FC362}" dt="2023-11-15T12:54:01.750" v="4353" actId="122"/>
          <ac:spMkLst>
            <pc:docMk/>
            <pc:sldMk cId="1858896737" sldId="257"/>
            <ac:spMk id="271" creationId="{1670EE43-ABBE-02CD-F828-B951F934BF5E}"/>
          </ac:spMkLst>
        </pc:spChg>
        <pc:spChg chg="add mod">
          <ac:chgData name="宣友 渡邉" userId="35c5ea2c58a33c06" providerId="LiveId" clId="{AA708CAE-695B-4FF6-AAE5-A143F34FC362}" dt="2023-11-17T02:23:07.932" v="8754" actId="20577"/>
          <ac:spMkLst>
            <pc:docMk/>
            <pc:sldMk cId="1858896737" sldId="257"/>
            <ac:spMk id="273" creationId="{7915DDE6-A765-669B-7128-ABE8E69BC270}"/>
          </ac:spMkLst>
        </pc:spChg>
        <pc:spChg chg="add mod">
          <ac:chgData name="宣友 渡邉" userId="35c5ea2c58a33c06" providerId="LiveId" clId="{AA708CAE-695B-4FF6-AAE5-A143F34FC362}" dt="2023-11-16T15:22:11.694" v="8635" actId="1036"/>
          <ac:spMkLst>
            <pc:docMk/>
            <pc:sldMk cId="1858896737" sldId="257"/>
            <ac:spMk id="274" creationId="{489E231E-5D14-43AC-2B58-CDC543D86EF7}"/>
          </ac:spMkLst>
        </pc:spChg>
        <pc:spChg chg="add mod">
          <ac:chgData name="宣友 渡邉" userId="35c5ea2c58a33c06" providerId="LiveId" clId="{AA708CAE-695B-4FF6-AAE5-A143F34FC362}" dt="2023-11-17T02:21:25.750" v="8708"/>
          <ac:spMkLst>
            <pc:docMk/>
            <pc:sldMk cId="1858896737" sldId="257"/>
            <ac:spMk id="280" creationId="{06FE0E90-CCEF-4BCD-70F9-1DB55342C1F7}"/>
          </ac:spMkLst>
        </pc:spChg>
        <pc:spChg chg="mod">
          <ac:chgData name="宣友 渡邉" userId="35c5ea2c58a33c06" providerId="LiveId" clId="{AA708CAE-695B-4FF6-AAE5-A143F34FC362}" dt="2023-11-15T13:15:24.712" v="4597"/>
          <ac:spMkLst>
            <pc:docMk/>
            <pc:sldMk cId="1858896737" sldId="257"/>
            <ac:spMk id="284" creationId="{F697D142-BF48-D49D-552D-B592A22F9D4B}"/>
          </ac:spMkLst>
        </pc:spChg>
        <pc:spChg chg="mod">
          <ac:chgData name="宣友 渡邉" userId="35c5ea2c58a33c06" providerId="LiveId" clId="{AA708CAE-695B-4FF6-AAE5-A143F34FC362}" dt="2023-11-15T13:15:24.712" v="4597"/>
          <ac:spMkLst>
            <pc:docMk/>
            <pc:sldMk cId="1858896737" sldId="257"/>
            <ac:spMk id="285" creationId="{4BB679B3-C4D8-B00A-92D4-D986726605E0}"/>
          </ac:spMkLst>
        </pc:spChg>
        <pc:spChg chg="add del mod">
          <ac:chgData name="宣友 渡邉" userId="35c5ea2c58a33c06" providerId="LiveId" clId="{AA708CAE-695B-4FF6-AAE5-A143F34FC362}" dt="2023-11-15T13:15:29.608" v="4602"/>
          <ac:spMkLst>
            <pc:docMk/>
            <pc:sldMk cId="1858896737" sldId="257"/>
            <ac:spMk id="286" creationId="{917FB24E-C18B-EE8A-9BB3-10A59F860082}"/>
          </ac:spMkLst>
        </pc:spChg>
        <pc:spChg chg="add del mod">
          <ac:chgData name="宣友 渡邉" userId="35c5ea2c58a33c06" providerId="LiveId" clId="{AA708CAE-695B-4FF6-AAE5-A143F34FC362}" dt="2023-11-15T13:15:29.608" v="4602"/>
          <ac:spMkLst>
            <pc:docMk/>
            <pc:sldMk cId="1858896737" sldId="257"/>
            <ac:spMk id="287" creationId="{F659A076-D7EC-D123-B523-FCAE591ED062}"/>
          </ac:spMkLst>
        </pc:spChg>
        <pc:spChg chg="add del mod">
          <ac:chgData name="宣友 渡邉" userId="35c5ea2c58a33c06" providerId="LiveId" clId="{AA708CAE-695B-4FF6-AAE5-A143F34FC362}" dt="2023-11-15T13:15:29.608" v="4602"/>
          <ac:spMkLst>
            <pc:docMk/>
            <pc:sldMk cId="1858896737" sldId="257"/>
            <ac:spMk id="288" creationId="{85679E6F-0A89-D5A9-F5D2-70892A632B40}"/>
          </ac:spMkLst>
        </pc:spChg>
        <pc:spChg chg="mod">
          <ac:chgData name="宣友 渡邉" userId="35c5ea2c58a33c06" providerId="LiveId" clId="{AA708CAE-695B-4FF6-AAE5-A143F34FC362}" dt="2023-11-15T13:22:26.474" v="4702" actId="404"/>
          <ac:spMkLst>
            <pc:docMk/>
            <pc:sldMk cId="1858896737" sldId="257"/>
            <ac:spMk id="290" creationId="{E41752AD-5A65-05B7-F6AA-4AD5D533CB4C}"/>
          </ac:spMkLst>
        </pc:spChg>
        <pc:spChg chg="mod">
          <ac:chgData name="宣友 渡邉" userId="35c5ea2c58a33c06" providerId="LiveId" clId="{AA708CAE-695B-4FF6-AAE5-A143F34FC362}" dt="2023-11-16T15:14:23.292" v="8440" actId="1035"/>
          <ac:spMkLst>
            <pc:docMk/>
            <pc:sldMk cId="1858896737" sldId="257"/>
            <ac:spMk id="291" creationId="{6460B8FC-801F-7365-4621-7FDD537FF207}"/>
          </ac:spMkLst>
        </pc:spChg>
        <pc:spChg chg="add mod">
          <ac:chgData name="宣友 渡邉" userId="35c5ea2c58a33c06" providerId="LiveId" clId="{AA708CAE-695B-4FF6-AAE5-A143F34FC362}" dt="2023-11-15T13:24:19.609" v="4729" actId="14100"/>
          <ac:spMkLst>
            <pc:docMk/>
            <pc:sldMk cId="1858896737" sldId="257"/>
            <ac:spMk id="292" creationId="{F3321688-F032-EB57-4CBF-B82DE3A4B707}"/>
          </ac:spMkLst>
        </pc:spChg>
        <pc:spChg chg="add mod">
          <ac:chgData name="宣友 渡邉" userId="35c5ea2c58a33c06" providerId="LiveId" clId="{AA708CAE-695B-4FF6-AAE5-A143F34FC362}" dt="2023-11-17T02:22:44.204" v="8737"/>
          <ac:spMkLst>
            <pc:docMk/>
            <pc:sldMk cId="1858896737" sldId="257"/>
            <ac:spMk id="293" creationId="{376FD201-09F4-B3EA-30B2-BF636179A33C}"/>
          </ac:spMkLst>
        </pc:spChg>
        <pc:spChg chg="add del mod">
          <ac:chgData name="宣友 渡邉" userId="35c5ea2c58a33c06" providerId="LiveId" clId="{AA708CAE-695B-4FF6-AAE5-A143F34FC362}" dt="2023-11-15T13:16:05.215" v="4608" actId="478"/>
          <ac:spMkLst>
            <pc:docMk/>
            <pc:sldMk cId="1858896737" sldId="257"/>
            <ac:spMk id="294" creationId="{FC3D3628-8772-C01C-3F8E-326DBA0D7A31}"/>
          </ac:spMkLst>
        </pc:spChg>
        <pc:spChg chg="mod">
          <ac:chgData name="宣友 渡邉" userId="35c5ea2c58a33c06" providerId="LiveId" clId="{AA708CAE-695B-4FF6-AAE5-A143F34FC362}" dt="2023-11-15T13:17:28.289" v="4620"/>
          <ac:spMkLst>
            <pc:docMk/>
            <pc:sldMk cId="1858896737" sldId="257"/>
            <ac:spMk id="296" creationId="{60F9764C-0745-E8EA-1E28-5ED6C844BF53}"/>
          </ac:spMkLst>
        </pc:spChg>
        <pc:spChg chg="mod">
          <ac:chgData name="宣友 渡邉" userId="35c5ea2c58a33c06" providerId="LiveId" clId="{AA708CAE-695B-4FF6-AAE5-A143F34FC362}" dt="2023-11-15T13:17:28.289" v="4620"/>
          <ac:spMkLst>
            <pc:docMk/>
            <pc:sldMk cId="1858896737" sldId="257"/>
            <ac:spMk id="297" creationId="{0E2A0ED8-B370-3D32-0955-B3CB072B9AEA}"/>
          </ac:spMkLst>
        </pc:spChg>
        <pc:spChg chg="mod">
          <ac:chgData name="宣友 渡邉" userId="35c5ea2c58a33c06" providerId="LiveId" clId="{AA708CAE-695B-4FF6-AAE5-A143F34FC362}" dt="2023-11-15T13:17:28.289" v="4620"/>
          <ac:spMkLst>
            <pc:docMk/>
            <pc:sldMk cId="1858896737" sldId="257"/>
            <ac:spMk id="300" creationId="{1ED140CF-6294-74BE-1C25-6A767F189D7F}"/>
          </ac:spMkLst>
        </pc:spChg>
        <pc:spChg chg="mod">
          <ac:chgData name="宣友 渡邉" userId="35c5ea2c58a33c06" providerId="LiveId" clId="{AA708CAE-695B-4FF6-AAE5-A143F34FC362}" dt="2023-11-15T13:17:28.289" v="4620"/>
          <ac:spMkLst>
            <pc:docMk/>
            <pc:sldMk cId="1858896737" sldId="257"/>
            <ac:spMk id="301" creationId="{1E298AE3-647A-7CC2-F33E-721C298D53BB}"/>
          </ac:spMkLst>
        </pc:spChg>
        <pc:spChg chg="mod">
          <ac:chgData name="宣友 渡邉" userId="35c5ea2c58a33c06" providerId="LiveId" clId="{AA708CAE-695B-4FF6-AAE5-A143F34FC362}" dt="2023-11-15T13:17:28.289" v="4620"/>
          <ac:spMkLst>
            <pc:docMk/>
            <pc:sldMk cId="1858896737" sldId="257"/>
            <ac:spMk id="302" creationId="{F9CCF59D-CB02-77F0-9659-F7FCE5F99EBE}"/>
          </ac:spMkLst>
        </pc:spChg>
        <pc:spChg chg="mod">
          <ac:chgData name="宣友 渡邉" userId="35c5ea2c58a33c06" providerId="LiveId" clId="{AA708CAE-695B-4FF6-AAE5-A143F34FC362}" dt="2023-11-15T13:17:28.289" v="4620"/>
          <ac:spMkLst>
            <pc:docMk/>
            <pc:sldMk cId="1858896737" sldId="257"/>
            <ac:spMk id="303" creationId="{0D8D5BC1-C311-BCF9-35EE-2626E259A276}"/>
          </ac:spMkLst>
        </pc:spChg>
        <pc:spChg chg="add del mod">
          <ac:chgData name="宣友 渡邉" userId="35c5ea2c58a33c06" providerId="LiveId" clId="{AA708CAE-695B-4FF6-AAE5-A143F34FC362}" dt="2023-11-15T13:17:34.002" v="4625"/>
          <ac:spMkLst>
            <pc:docMk/>
            <pc:sldMk cId="1858896737" sldId="257"/>
            <ac:spMk id="304" creationId="{16A294C4-0BFC-41D5-E64D-35989030EA98}"/>
          </ac:spMkLst>
        </pc:spChg>
        <pc:spChg chg="add del mod">
          <ac:chgData name="宣友 渡邉" userId="35c5ea2c58a33c06" providerId="LiveId" clId="{AA708CAE-695B-4FF6-AAE5-A143F34FC362}" dt="2023-11-15T13:17:34.002" v="4625"/>
          <ac:spMkLst>
            <pc:docMk/>
            <pc:sldMk cId="1858896737" sldId="257"/>
            <ac:spMk id="305" creationId="{A79F2CC4-0072-AD3F-B758-8264263D89AD}"/>
          </ac:spMkLst>
        </pc:spChg>
        <pc:spChg chg="add del mod">
          <ac:chgData name="宣友 渡邉" userId="35c5ea2c58a33c06" providerId="LiveId" clId="{AA708CAE-695B-4FF6-AAE5-A143F34FC362}" dt="2023-11-15T13:17:34.002" v="4625"/>
          <ac:spMkLst>
            <pc:docMk/>
            <pc:sldMk cId="1858896737" sldId="257"/>
            <ac:spMk id="309" creationId="{A0813287-8FC3-F288-B40D-F61720C6D3F5}"/>
          </ac:spMkLst>
        </pc:spChg>
        <pc:spChg chg="add del mod">
          <ac:chgData name="宣友 渡邉" userId="35c5ea2c58a33c06" providerId="LiveId" clId="{AA708CAE-695B-4FF6-AAE5-A143F34FC362}" dt="2023-11-15T13:17:34.002" v="4625"/>
          <ac:spMkLst>
            <pc:docMk/>
            <pc:sldMk cId="1858896737" sldId="257"/>
            <ac:spMk id="310" creationId="{1990926A-0D2F-E908-9D76-6448F99C69F0}"/>
          </ac:spMkLst>
        </pc:spChg>
        <pc:spChg chg="mod">
          <ac:chgData name="宣友 渡邉" userId="35c5ea2c58a33c06" providerId="LiveId" clId="{AA708CAE-695B-4FF6-AAE5-A143F34FC362}" dt="2023-11-15T13:24:48.290" v="4736" actId="404"/>
          <ac:spMkLst>
            <pc:docMk/>
            <pc:sldMk cId="1858896737" sldId="257"/>
            <ac:spMk id="312" creationId="{671628FF-6342-6F56-1DBA-A660C8CE2251}"/>
          </ac:spMkLst>
        </pc:spChg>
        <pc:spChg chg="mod">
          <ac:chgData name="宣友 渡邉" userId="35c5ea2c58a33c06" providerId="LiveId" clId="{AA708CAE-695B-4FF6-AAE5-A143F34FC362}" dt="2023-11-16T15:13:49.322" v="8437" actId="2711"/>
          <ac:spMkLst>
            <pc:docMk/>
            <pc:sldMk cId="1858896737" sldId="257"/>
            <ac:spMk id="313" creationId="{47B0665D-47B9-8D41-EC2E-F752A0F0D290}"/>
          </ac:spMkLst>
        </pc:spChg>
        <pc:spChg chg="mod">
          <ac:chgData name="宣友 渡邉" userId="35c5ea2c58a33c06" providerId="LiveId" clId="{AA708CAE-695B-4FF6-AAE5-A143F34FC362}" dt="2023-11-15T13:26:35.940" v="4760" actId="120"/>
          <ac:spMkLst>
            <pc:docMk/>
            <pc:sldMk cId="1858896737" sldId="257"/>
            <ac:spMk id="316" creationId="{4FD08451-A311-D3B9-CEA6-AF817D92383F}"/>
          </ac:spMkLst>
        </pc:spChg>
        <pc:spChg chg="mod">
          <ac:chgData name="宣友 渡邉" userId="35c5ea2c58a33c06" providerId="LiveId" clId="{AA708CAE-695B-4FF6-AAE5-A143F34FC362}" dt="2023-11-15T13:26:49.862" v="4762" actId="14100"/>
          <ac:spMkLst>
            <pc:docMk/>
            <pc:sldMk cId="1858896737" sldId="257"/>
            <ac:spMk id="317" creationId="{62E17DD1-E29E-C9ED-5D41-E633609DD421}"/>
          </ac:spMkLst>
        </pc:spChg>
        <pc:spChg chg="mod">
          <ac:chgData name="宣友 渡邉" userId="35c5ea2c58a33c06" providerId="LiveId" clId="{AA708CAE-695B-4FF6-AAE5-A143F34FC362}" dt="2023-11-15T13:26:35.940" v="4760" actId="120"/>
          <ac:spMkLst>
            <pc:docMk/>
            <pc:sldMk cId="1858896737" sldId="257"/>
            <ac:spMk id="318" creationId="{CCF974F5-4363-6C8A-7E54-E59F80490007}"/>
          </ac:spMkLst>
        </pc:spChg>
        <pc:spChg chg="mod">
          <ac:chgData name="宣友 渡邉" userId="35c5ea2c58a33c06" providerId="LiveId" clId="{AA708CAE-695B-4FF6-AAE5-A143F34FC362}" dt="2023-11-15T13:26:35.940" v="4760" actId="120"/>
          <ac:spMkLst>
            <pc:docMk/>
            <pc:sldMk cId="1858896737" sldId="257"/>
            <ac:spMk id="319" creationId="{267DCB0C-6281-8A01-15CB-F69EA1F7AB8E}"/>
          </ac:spMkLst>
        </pc:spChg>
        <pc:spChg chg="add mod">
          <ac:chgData name="宣友 渡邉" userId="35c5ea2c58a33c06" providerId="LiveId" clId="{AA708CAE-695B-4FF6-AAE5-A143F34FC362}" dt="2023-11-15T13:27:05.801" v="4764" actId="1076"/>
          <ac:spMkLst>
            <pc:docMk/>
            <pc:sldMk cId="1858896737" sldId="257"/>
            <ac:spMk id="320" creationId="{353D4AF9-69A7-9311-6238-AD329711066E}"/>
          </ac:spMkLst>
        </pc:spChg>
        <pc:spChg chg="add mod">
          <ac:chgData name="宣友 渡邉" userId="35c5ea2c58a33c06" providerId="LiveId" clId="{AA708CAE-695B-4FF6-AAE5-A143F34FC362}" dt="2023-11-15T13:26:16.844" v="4755" actId="1076"/>
          <ac:spMkLst>
            <pc:docMk/>
            <pc:sldMk cId="1858896737" sldId="257"/>
            <ac:spMk id="321" creationId="{9766F850-4E3C-5797-14EF-8BB9ECC5EED0}"/>
          </ac:spMkLst>
        </pc:spChg>
        <pc:spChg chg="add mod">
          <ac:chgData name="宣友 渡邉" userId="35c5ea2c58a33c06" providerId="LiveId" clId="{AA708CAE-695B-4FF6-AAE5-A143F34FC362}" dt="2023-11-16T15:13:21.136" v="8434" actId="113"/>
          <ac:spMkLst>
            <pc:docMk/>
            <pc:sldMk cId="1858896737" sldId="257"/>
            <ac:spMk id="325" creationId="{519D6DC0-F19D-C42C-B8D8-812E1EF8B9C7}"/>
          </ac:spMkLst>
        </pc:spChg>
        <pc:spChg chg="add del mod">
          <ac:chgData name="宣友 渡邉" userId="35c5ea2c58a33c06" providerId="LiveId" clId="{AA708CAE-695B-4FF6-AAE5-A143F34FC362}" dt="2023-11-15T13:17:46.190" v="4629" actId="478"/>
          <ac:spMkLst>
            <pc:docMk/>
            <pc:sldMk cId="1858896737" sldId="257"/>
            <ac:spMk id="326" creationId="{DEBA66AB-18CE-85DD-1E7D-C39BB3F975E0}"/>
          </ac:spMkLst>
        </pc:spChg>
        <pc:spChg chg="mod">
          <ac:chgData name="宣友 渡邉" userId="35c5ea2c58a33c06" providerId="LiveId" clId="{AA708CAE-695B-4FF6-AAE5-A143F34FC362}" dt="2023-11-15T13:28:27.120" v="4769"/>
          <ac:spMkLst>
            <pc:docMk/>
            <pc:sldMk cId="1858896737" sldId="257"/>
            <ac:spMk id="328" creationId="{8B3B8B87-BED1-355E-35C3-1644B25084D3}"/>
          </ac:spMkLst>
        </pc:spChg>
        <pc:spChg chg="mod">
          <ac:chgData name="宣友 渡邉" userId="35c5ea2c58a33c06" providerId="LiveId" clId="{AA708CAE-695B-4FF6-AAE5-A143F34FC362}" dt="2023-11-15T13:28:27.120" v="4769"/>
          <ac:spMkLst>
            <pc:docMk/>
            <pc:sldMk cId="1858896737" sldId="257"/>
            <ac:spMk id="329" creationId="{5FB9050A-335D-828D-5FC4-011121A95ADA}"/>
          </ac:spMkLst>
        </pc:spChg>
        <pc:spChg chg="mod">
          <ac:chgData name="宣友 渡邉" userId="35c5ea2c58a33c06" providerId="LiveId" clId="{AA708CAE-695B-4FF6-AAE5-A143F34FC362}" dt="2023-11-15T13:28:27.120" v="4769"/>
          <ac:spMkLst>
            <pc:docMk/>
            <pc:sldMk cId="1858896737" sldId="257"/>
            <ac:spMk id="330" creationId="{62C729F5-0239-B31F-A6B4-73E2D5990748}"/>
          </ac:spMkLst>
        </pc:spChg>
        <pc:spChg chg="mod">
          <ac:chgData name="宣友 渡邉" userId="35c5ea2c58a33c06" providerId="LiveId" clId="{AA708CAE-695B-4FF6-AAE5-A143F34FC362}" dt="2023-11-15T13:28:27.120" v="4769"/>
          <ac:spMkLst>
            <pc:docMk/>
            <pc:sldMk cId="1858896737" sldId="257"/>
            <ac:spMk id="331" creationId="{7ACD4023-2689-4140-0812-82770DD576F3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32" creationId="{80422F6F-5D16-6DDE-A6E5-033CBA55B019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33" creationId="{AB99A0F6-7F95-74E6-94EE-8B467D37D745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34" creationId="{84CC9AA1-C1FB-C90C-E939-5D0F11A6E1BD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35" creationId="{57FD77C1-83CE-A069-5E95-FEC464A3D44A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36" creationId="{73EB066D-4CE5-44AB-C7CE-8A522BBAF695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37" creationId="{7F4A6696-6601-084C-1BE9-32376D9D49E6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38" creationId="{C7238072-777F-ECAF-B664-8A57527E8D89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39" creationId="{5A936796-3493-ADB3-0CD6-524AD2E8335F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0" creationId="{A5307596-E1BF-3210-1D81-35AFCF2198A4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1" creationId="{C3482783-F495-3F7C-7581-F4F26F442C13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2" creationId="{6126A98B-FB4D-8008-0953-822ECE34FA05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3" creationId="{13F78F6D-2320-69B8-234E-98F7CF9486F7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4" creationId="{3D6DA2A1-9EEF-FDF0-0712-6028987F7705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5" creationId="{E43E0FAE-41C0-5F57-B165-59EA8BBDA9E0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6" creationId="{B329FA5E-74A7-3761-D70A-11090ABF8BF9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7" creationId="{104A5AE2-209F-D798-6F51-C21D90387134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8" creationId="{094FDD01-03EB-CFDC-8CF0-C32BBB77DE20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49" creationId="{EA37BDEA-2734-2144-6AAB-6F90C04C0BC4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50" creationId="{7EAE9BF8-F4A8-07D3-D78C-7A8414601A07}"/>
          </ac:spMkLst>
        </pc:spChg>
        <pc:spChg chg="add del mod">
          <ac:chgData name="宣友 渡邉" userId="35c5ea2c58a33c06" providerId="LiveId" clId="{AA708CAE-695B-4FF6-AAE5-A143F34FC362}" dt="2023-11-15T13:28:32.846" v="4774"/>
          <ac:spMkLst>
            <pc:docMk/>
            <pc:sldMk cId="1858896737" sldId="257"/>
            <ac:spMk id="351" creationId="{E52BCC9F-75C7-6D88-33D3-E113F232374A}"/>
          </ac:spMkLst>
        </pc:spChg>
        <pc:spChg chg="mod topLvl">
          <ac:chgData name="宣友 渡邉" userId="35c5ea2c58a33c06" providerId="LiveId" clId="{AA708CAE-695B-4FF6-AAE5-A143F34FC362}" dt="2023-11-15T13:34:37.482" v="5320" actId="165"/>
          <ac:spMkLst>
            <pc:docMk/>
            <pc:sldMk cId="1858896737" sldId="257"/>
            <ac:spMk id="353" creationId="{1E3E34CE-0308-1F11-FFA0-C12E1FE4F3B6}"/>
          </ac:spMkLst>
        </pc:spChg>
        <pc:spChg chg="del mod">
          <ac:chgData name="宣友 渡邉" userId="35c5ea2c58a33c06" providerId="LiveId" clId="{AA708CAE-695B-4FF6-AAE5-A143F34FC362}" dt="2023-11-15T13:29:02.176" v="5167" actId="478"/>
          <ac:spMkLst>
            <pc:docMk/>
            <pc:sldMk cId="1858896737" sldId="257"/>
            <ac:spMk id="354" creationId="{41068179-F53D-2853-22D1-C2DC99D6B322}"/>
          </ac:spMkLst>
        </pc:spChg>
        <pc:spChg chg="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55" creationId="{5E56A829-3387-25D8-DC88-2649C507B65F}"/>
          </ac:spMkLst>
        </pc:spChg>
        <pc:spChg chg="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56" creationId="{0D5277D2-441F-1A46-2C49-5BEEA5C630C9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57" creationId="{C7F0E87A-235D-5282-47BC-8DF5F3068697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58" creationId="{88218976-4E0E-3058-FBF5-D3F5BC7E56A6}"/>
          </ac:spMkLst>
        </pc:spChg>
        <pc:spChg chg="add mod topLvl">
          <ac:chgData name="宣友 渡邉" userId="35c5ea2c58a33c06" providerId="LiveId" clId="{AA708CAE-695B-4FF6-AAE5-A143F34FC362}" dt="2023-11-17T02:15:29.067" v="8647" actId="14100"/>
          <ac:spMkLst>
            <pc:docMk/>
            <pc:sldMk cId="1858896737" sldId="257"/>
            <ac:spMk id="359" creationId="{E5C51CAA-6B68-84DE-09AA-5D7219C42B17}"/>
          </ac:spMkLst>
        </pc:spChg>
        <pc:spChg chg="add mod topLvl">
          <ac:chgData name="宣友 渡邉" userId="35c5ea2c58a33c06" providerId="LiveId" clId="{AA708CAE-695B-4FF6-AAE5-A143F34FC362}" dt="2023-11-17T02:15:34.906" v="8648" actId="14100"/>
          <ac:spMkLst>
            <pc:docMk/>
            <pc:sldMk cId="1858896737" sldId="257"/>
            <ac:spMk id="360" creationId="{A9DFB9D5-BA1A-0B93-0229-7232FD1B1899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1" creationId="{ABD86C34-9F53-9A66-7D2D-3DFFDC82EF13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2" creationId="{DD3A0CF1-26D1-A708-2458-01B488C20BD5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3" creationId="{09B8CBE8-CF8F-2F48-F5A7-532104F26C8B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4" creationId="{CF1C887D-7541-4DD9-334E-7315EAFAFD99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5" creationId="{F85A3509-33F7-B53E-3400-5C36EB0F6F78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6" creationId="{7839BB15-184F-4636-AB71-466EB182AEEE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7" creationId="{F17E086C-2101-4C6A-5628-2CDE5078B5B7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8" creationId="{EDAFE151-D0F2-34E9-B972-0D112C49AC38}"/>
          </ac:spMkLst>
        </pc:spChg>
        <pc:spChg chg="add mod topLvl">
          <ac:chgData name="宣友 渡邉" userId="35c5ea2c58a33c06" providerId="LiveId" clId="{AA708CAE-695B-4FF6-AAE5-A143F34FC362}" dt="2023-11-15T13:34:54.975" v="5322" actId="1035"/>
          <ac:spMkLst>
            <pc:docMk/>
            <pc:sldMk cId="1858896737" sldId="257"/>
            <ac:spMk id="369" creationId="{863D43AC-AE48-C621-831B-E9C1C0AB42AA}"/>
          </ac:spMkLst>
        </pc:spChg>
        <pc:spChg chg="add mod">
          <ac:chgData name="宣友 渡邉" userId="35c5ea2c58a33c06" providerId="LiveId" clId="{AA708CAE-695B-4FF6-AAE5-A143F34FC362}" dt="2023-11-15T13:30:58.319" v="5189" actId="403"/>
          <ac:spMkLst>
            <pc:docMk/>
            <pc:sldMk cId="1858896737" sldId="257"/>
            <ac:spMk id="370" creationId="{C095B836-6D64-8250-6F9A-2FF4C1C81B74}"/>
          </ac:spMkLst>
        </pc:spChg>
        <pc:spChg chg="add mod">
          <ac:chgData name="宣友 渡邉" userId="35c5ea2c58a33c06" providerId="LiveId" clId="{AA708CAE-695B-4FF6-AAE5-A143F34FC362}" dt="2023-11-15T13:30:58.319" v="5189" actId="403"/>
          <ac:spMkLst>
            <pc:docMk/>
            <pc:sldMk cId="1858896737" sldId="257"/>
            <ac:spMk id="371" creationId="{59D23DE5-59DE-C605-C78C-837AAFC6F865}"/>
          </ac:spMkLst>
        </pc:spChg>
        <pc:spChg chg="add mod">
          <ac:chgData name="宣友 渡邉" userId="35c5ea2c58a33c06" providerId="LiveId" clId="{AA708CAE-695B-4FF6-AAE5-A143F34FC362}" dt="2023-11-15T13:30:58.319" v="5189" actId="403"/>
          <ac:spMkLst>
            <pc:docMk/>
            <pc:sldMk cId="1858896737" sldId="257"/>
            <ac:spMk id="372" creationId="{5ED41B23-4E64-B925-6419-1857E989B410}"/>
          </ac:spMkLst>
        </pc:spChg>
        <pc:spChg chg="add mod">
          <ac:chgData name="宣友 渡邉" userId="35c5ea2c58a33c06" providerId="LiveId" clId="{AA708CAE-695B-4FF6-AAE5-A143F34FC362}" dt="2023-11-15T13:30:58.319" v="5189" actId="403"/>
          <ac:spMkLst>
            <pc:docMk/>
            <pc:sldMk cId="1858896737" sldId="257"/>
            <ac:spMk id="373" creationId="{1C8B2625-8211-18B6-C9BC-2D89BD4AE6B1}"/>
          </ac:spMkLst>
        </pc:spChg>
        <pc:spChg chg="add mod">
          <ac:chgData name="宣友 渡邉" userId="35c5ea2c58a33c06" providerId="LiveId" clId="{AA708CAE-695B-4FF6-AAE5-A143F34FC362}" dt="2023-11-15T13:30:58.319" v="5189" actId="403"/>
          <ac:spMkLst>
            <pc:docMk/>
            <pc:sldMk cId="1858896737" sldId="257"/>
            <ac:spMk id="374" creationId="{96299118-8777-D063-E898-B645949994AC}"/>
          </ac:spMkLst>
        </pc:spChg>
        <pc:spChg chg="add mod">
          <ac:chgData name="宣友 渡邉" userId="35c5ea2c58a33c06" providerId="LiveId" clId="{AA708CAE-695B-4FF6-AAE5-A143F34FC362}" dt="2023-11-15T13:30:58.319" v="5189" actId="403"/>
          <ac:spMkLst>
            <pc:docMk/>
            <pc:sldMk cId="1858896737" sldId="257"/>
            <ac:spMk id="375" creationId="{F1B756B3-CB3C-1920-5C6B-5D2B309ED659}"/>
          </ac:spMkLst>
        </pc:spChg>
        <pc:spChg chg="add mod">
          <ac:chgData name="宣友 渡邉" userId="35c5ea2c58a33c06" providerId="LiveId" clId="{AA708CAE-695B-4FF6-AAE5-A143F34FC362}" dt="2023-11-15T13:30:58.319" v="5189" actId="403"/>
          <ac:spMkLst>
            <pc:docMk/>
            <pc:sldMk cId="1858896737" sldId="257"/>
            <ac:spMk id="376" creationId="{9722BC40-0018-1530-FF35-C9862B5D4593}"/>
          </ac:spMkLst>
        </pc:spChg>
        <pc:spChg chg="add del mod">
          <ac:chgData name="宣友 渡邉" userId="35c5ea2c58a33c06" providerId="LiveId" clId="{AA708CAE-695B-4FF6-AAE5-A143F34FC362}" dt="2023-11-15T13:30:27.336" v="5177"/>
          <ac:spMkLst>
            <pc:docMk/>
            <pc:sldMk cId="1858896737" sldId="257"/>
            <ac:spMk id="378" creationId="{B0227169-EDFA-30AB-5A52-C0A528B54816}"/>
          </ac:spMkLst>
        </pc:spChg>
        <pc:spChg chg="add mod">
          <ac:chgData name="宣友 渡邉" userId="35c5ea2c58a33c06" providerId="LiveId" clId="{AA708CAE-695B-4FF6-AAE5-A143F34FC362}" dt="2023-11-15T13:31:27.517" v="5202" actId="14100"/>
          <ac:spMkLst>
            <pc:docMk/>
            <pc:sldMk cId="1858896737" sldId="257"/>
            <ac:spMk id="379" creationId="{7ED3B1D7-0251-71FD-2C02-1B8C8BE6CF1A}"/>
          </ac:spMkLst>
        </pc:spChg>
        <pc:spChg chg="mod">
          <ac:chgData name="宣友 渡邉" userId="35c5ea2c58a33c06" providerId="LiveId" clId="{AA708CAE-695B-4FF6-AAE5-A143F34FC362}" dt="2023-11-15T13:33:21.752" v="5221" actId="571"/>
          <ac:spMkLst>
            <pc:docMk/>
            <pc:sldMk cId="1858896737" sldId="257"/>
            <ac:spMk id="382" creationId="{DE17B99D-832A-298D-89CA-BA8EB1690898}"/>
          </ac:spMkLst>
        </pc:spChg>
        <pc:spChg chg="mod">
          <ac:chgData name="宣友 渡邉" userId="35c5ea2c58a33c06" providerId="LiveId" clId="{AA708CAE-695B-4FF6-AAE5-A143F34FC362}" dt="2023-11-16T15:14:02.828" v="8438" actId="2711"/>
          <ac:spMkLst>
            <pc:docMk/>
            <pc:sldMk cId="1858896737" sldId="257"/>
            <ac:spMk id="383" creationId="{64B83CD1-62D1-3747-5FCD-8B61107EABB2}"/>
          </ac:spMkLst>
        </pc:spChg>
        <pc:spChg chg="add del mod">
          <ac:chgData name="宣友 渡邉" userId="35c5ea2c58a33c06" providerId="LiveId" clId="{AA708CAE-695B-4FF6-AAE5-A143F34FC362}" dt="2023-11-15T13:35:54.649" v="5390" actId="478"/>
          <ac:spMkLst>
            <pc:docMk/>
            <pc:sldMk cId="1858896737" sldId="257"/>
            <ac:spMk id="385" creationId="{1BC895C8-EFC4-4F4D-01DE-7670447D3263}"/>
          </ac:spMkLst>
        </pc:spChg>
        <pc:spChg chg="add mod">
          <ac:chgData name="宣友 渡邉" userId="35c5ea2c58a33c06" providerId="LiveId" clId="{AA708CAE-695B-4FF6-AAE5-A143F34FC362}" dt="2023-11-15T13:55:21.938" v="5746" actId="1076"/>
          <ac:spMkLst>
            <pc:docMk/>
            <pc:sldMk cId="1858896737" sldId="257"/>
            <ac:spMk id="387" creationId="{819C5179-6E94-6A19-9799-5BE04702ED39}"/>
          </ac:spMkLst>
        </pc:spChg>
        <pc:spChg chg="mod">
          <ac:chgData name="宣友 渡邉" userId="35c5ea2c58a33c06" providerId="LiveId" clId="{AA708CAE-695B-4FF6-AAE5-A143F34FC362}" dt="2023-11-15T13:37:56.278" v="5464" actId="20577"/>
          <ac:spMkLst>
            <pc:docMk/>
            <pc:sldMk cId="1858896737" sldId="257"/>
            <ac:spMk id="392" creationId="{A2F9F027-E3BC-1887-415C-03F11DFC63F1}"/>
          </ac:spMkLst>
        </pc:spChg>
        <pc:spChg chg="add del mod">
          <ac:chgData name="宣友 渡邉" userId="35c5ea2c58a33c06" providerId="LiveId" clId="{AA708CAE-695B-4FF6-AAE5-A143F34FC362}" dt="2023-11-15T13:46:52.626" v="5577" actId="478"/>
          <ac:spMkLst>
            <pc:docMk/>
            <pc:sldMk cId="1858896737" sldId="257"/>
            <ac:spMk id="399" creationId="{0425AC43-7394-E6A5-2A7D-76856D49E261}"/>
          </ac:spMkLst>
        </pc:spChg>
        <pc:spChg chg="add mod">
          <ac:chgData name="宣友 渡邉" userId="35c5ea2c58a33c06" providerId="LiveId" clId="{AA708CAE-695B-4FF6-AAE5-A143F34FC362}" dt="2023-11-15T13:50:04.522" v="5720" actId="20577"/>
          <ac:spMkLst>
            <pc:docMk/>
            <pc:sldMk cId="1858896737" sldId="257"/>
            <ac:spMk id="400" creationId="{8E858EA2-369E-1ECB-A3A3-FF984DC084F0}"/>
          </ac:spMkLst>
        </pc:spChg>
        <pc:spChg chg="add del">
          <ac:chgData name="宣友 渡邉" userId="35c5ea2c58a33c06" providerId="LiveId" clId="{AA708CAE-695B-4FF6-AAE5-A143F34FC362}" dt="2023-11-15T13:47:17.268" v="5582" actId="22"/>
          <ac:spMkLst>
            <pc:docMk/>
            <pc:sldMk cId="1858896737" sldId="257"/>
            <ac:spMk id="402" creationId="{8AD10000-201A-9588-0DEA-C8C31139D5E3}"/>
          </ac:spMkLst>
        </pc:spChg>
        <pc:spChg chg="add mod">
          <ac:chgData name="宣友 渡邉" userId="35c5ea2c58a33c06" providerId="LiveId" clId="{AA708CAE-695B-4FF6-AAE5-A143F34FC362}" dt="2023-11-15T13:49:04.312" v="5672" actId="1038"/>
          <ac:spMkLst>
            <pc:docMk/>
            <pc:sldMk cId="1858896737" sldId="257"/>
            <ac:spMk id="403" creationId="{208480A0-D1A6-2971-2B52-577A2AC36E67}"/>
          </ac:spMkLst>
        </pc:spChg>
        <pc:spChg chg="add del">
          <ac:chgData name="宣友 渡邉" userId="35c5ea2c58a33c06" providerId="LiveId" clId="{AA708CAE-695B-4FF6-AAE5-A143F34FC362}" dt="2023-11-15T13:49:28.737" v="5684" actId="22"/>
          <ac:spMkLst>
            <pc:docMk/>
            <pc:sldMk cId="1858896737" sldId="257"/>
            <ac:spMk id="405" creationId="{3BC576ED-BFD7-8479-71DC-4A985BDE304D}"/>
          </ac:spMkLst>
        </pc:spChg>
        <pc:spChg chg="add mod">
          <ac:chgData name="宣友 渡邉" userId="35c5ea2c58a33c06" providerId="LiveId" clId="{AA708CAE-695B-4FF6-AAE5-A143F34FC362}" dt="2023-11-15T13:50:21.714" v="5723" actId="207"/>
          <ac:spMkLst>
            <pc:docMk/>
            <pc:sldMk cId="1858896737" sldId="257"/>
            <ac:spMk id="407" creationId="{CA363282-BB03-0410-9496-C01B5AB43593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08" creationId="{9AD419F6-BE9F-3622-A256-E11EE982D7C5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09" creationId="{8A262B3F-5593-D4FF-290F-20A5EF8F35A4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10" creationId="{574A18A8-BB1A-5C50-96D3-5BE52C6E3FD7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11" creationId="{BE2362D3-69B6-BBBB-82FB-4C0B51DF3042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12" creationId="{65023D59-1174-0CFD-40B3-BA2C3114909E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13" creationId="{885E985D-6194-B37D-937D-70695DC45158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14" creationId="{278F68A0-7822-338E-A014-0B2BFEE31DE7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15" creationId="{453D3F23-4084-8248-5301-8B72F03A1D99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17" creationId="{87939C5A-064D-AC24-D76A-240463B26A13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18" creationId="{2D8E1796-93C9-3809-ECDF-0F5DF7A901DE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21" creationId="{94B91FDC-6CC9-0ADA-20D1-FD34C4B7FF70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22" creationId="{45EA2AA5-0B58-3DE0-B2BA-C518A3B87A37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24" creationId="{DFC8EFA7-103D-D3A0-31AC-4378A3078372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26" creationId="{D036EE99-F1B9-E7B5-4F60-E801E53DFF27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27" creationId="{FF10CC49-DD26-F8F1-7B23-0A4F78BD9156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28" creationId="{7BFC2038-622C-20EA-8E0F-7D33545D5552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29" creationId="{25601718-60FB-DF84-D231-D859D2549FF5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32" creationId="{FA3A1DFB-8526-1BC0-9A76-59ADA431BD8E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33" creationId="{765609B0-D8FE-FD45-6B92-8E50AF2A3C11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34" creationId="{089A0E8D-9AAD-6D69-A9BC-B5BC7DD23C2D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38" creationId="{E632C7F5-DE3C-8E7A-B797-57A7618441AA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39" creationId="{74774A75-003E-6398-4202-96F1712F6BA3}"/>
          </ac:spMkLst>
        </pc:spChg>
        <pc:spChg chg="mod">
          <ac:chgData name="宣友 渡邉" userId="35c5ea2c58a33c06" providerId="LiveId" clId="{AA708CAE-695B-4FF6-AAE5-A143F34FC362}" dt="2023-11-15T13:51:10.311" v="5724"/>
          <ac:spMkLst>
            <pc:docMk/>
            <pc:sldMk cId="1858896737" sldId="257"/>
            <ac:spMk id="440" creationId="{0404D7C5-934A-C2AB-3434-C6AF08ABC098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47" creationId="{DE0E9287-D39A-4790-E12C-E3D539603278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48" creationId="{4D9473F6-8FF9-0A78-FC14-76185C0D5B7B}"/>
          </ac:spMkLst>
        </pc:spChg>
        <pc:spChg chg="add del mod">
          <ac:chgData name="宣友 渡邉" userId="35c5ea2c58a33c06" providerId="LiveId" clId="{AA708CAE-695B-4FF6-AAE5-A143F34FC362}" dt="2023-11-15T13:51:17.648" v="5727"/>
          <ac:spMkLst>
            <pc:docMk/>
            <pc:sldMk cId="1858896737" sldId="257"/>
            <ac:spMk id="449" creationId="{7940DFEA-BA29-E44F-6FD2-7242B3A663A0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52" creationId="{30CB1F99-1E90-504D-157F-57A4701BD0EE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53" creationId="{42C89C64-5A59-B3C1-50F8-68E2C8B72D16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54" creationId="{57B41E47-7E0C-885E-E96A-4C744D346839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55" creationId="{C4F28D37-E229-4B18-8620-0778DA3BB66D}"/>
          </ac:spMkLst>
        </pc:spChg>
        <pc:spChg chg="add mod">
          <ac:chgData name="宣友 渡邉" userId="35c5ea2c58a33c06" providerId="LiveId" clId="{AA708CAE-695B-4FF6-AAE5-A143F34FC362}" dt="2023-11-15T13:53:27.906" v="5738" actId="1076"/>
          <ac:spMkLst>
            <pc:docMk/>
            <pc:sldMk cId="1858896737" sldId="257"/>
            <ac:spMk id="456" creationId="{E02A447A-F1E5-249B-C96F-300D96E0E94A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57" creationId="{F6D8FDE6-D735-6BCA-61CF-A1D13EC93AB7}"/>
          </ac:spMkLst>
        </pc:spChg>
        <pc:spChg chg="add mod">
          <ac:chgData name="宣友 渡邉" userId="35c5ea2c58a33c06" providerId="LiveId" clId="{AA708CAE-695B-4FF6-AAE5-A143F34FC362}" dt="2023-11-15T13:55:12.204" v="5744" actId="14100"/>
          <ac:spMkLst>
            <pc:docMk/>
            <pc:sldMk cId="1858896737" sldId="257"/>
            <ac:spMk id="458" creationId="{72CD30EB-6FA1-0596-C281-EDAC9F4E3A49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59" creationId="{E214A211-6620-DB4A-6800-DFF785976861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61" creationId="{41E42A4F-1824-DBF3-95C3-D9167E1583C6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62" creationId="{A48E5514-A4FE-457E-7729-654AD12D5D94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65" creationId="{06FC5DAE-DCA3-4035-DC0A-FF53AC7B599C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66" creationId="{73B68126-A73E-4E4B-070C-E3718E1759F2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68" creationId="{14E5E616-1009-0905-73F8-2FF29E712FE7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70" creationId="{5FDE68D5-ADF7-B89E-8BEC-6C1617C759D7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71" creationId="{35A7387F-EECD-34FD-016A-A91E19F3BEC6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72" creationId="{387C30D6-BE8C-B451-43EA-3755D384218E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73" creationId="{E3AE6DB7-FE70-C97F-8BAE-760E3051D853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76" creationId="{37E9239A-8C6F-A3F3-4823-9CD5E7AE54C6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77" creationId="{4D093067-248B-B23F-9CD2-84585DD02CBE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78" creationId="{A01AA886-CA48-D28B-4407-687EC168C07B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82" creationId="{187BB4D3-1D26-D9B6-EB9D-3D06937534FF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83" creationId="{08D399CC-3976-0BCA-C6D8-9205C7CFE091}"/>
          </ac:spMkLst>
        </pc:spChg>
        <pc:spChg chg="mod">
          <ac:chgData name="宣友 渡邉" userId="35c5ea2c58a33c06" providerId="LiveId" clId="{AA708CAE-695B-4FF6-AAE5-A143F34FC362}" dt="2023-11-15T13:51:17.697" v="5728"/>
          <ac:spMkLst>
            <pc:docMk/>
            <pc:sldMk cId="1858896737" sldId="257"/>
            <ac:spMk id="484" creationId="{37D19038-E64A-8424-F091-0B60FCE250BC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91" creationId="{67115B70-C28C-4514-480A-D10EAD64C757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92" creationId="{5BB61251-C19F-6023-4FF4-81063DF519C5}"/>
          </ac:spMkLst>
        </pc:spChg>
        <pc:spChg chg="add mod">
          <ac:chgData name="宣友 渡邉" userId="35c5ea2c58a33c06" providerId="LiveId" clId="{AA708CAE-695B-4FF6-AAE5-A143F34FC362}" dt="2023-11-15T13:51:20.638" v="5729" actId="164"/>
          <ac:spMkLst>
            <pc:docMk/>
            <pc:sldMk cId="1858896737" sldId="257"/>
            <ac:spMk id="493" creationId="{2E40D490-039C-0BF6-88B5-3A056D263F41}"/>
          </ac:spMkLst>
        </pc:spChg>
        <pc:spChg chg="add del mod">
          <ac:chgData name="宣友 渡邉" userId="35c5ea2c58a33c06" providerId="LiveId" clId="{AA708CAE-695B-4FF6-AAE5-A143F34FC362}" dt="2023-11-15T13:55:42.954" v="5749" actId="478"/>
          <ac:spMkLst>
            <pc:docMk/>
            <pc:sldMk cId="1858896737" sldId="257"/>
            <ac:spMk id="497" creationId="{56CCD60B-1CD4-A569-AFC5-1FC9B9BA6737}"/>
          </ac:spMkLst>
        </pc:spChg>
        <pc:spChg chg="add del mod">
          <ac:chgData name="宣友 渡邉" userId="35c5ea2c58a33c06" providerId="LiveId" clId="{AA708CAE-695B-4FF6-AAE5-A143F34FC362}" dt="2023-11-15T13:56:13.849" v="5751"/>
          <ac:spMkLst>
            <pc:docMk/>
            <pc:sldMk cId="1858896737" sldId="257"/>
            <ac:spMk id="498" creationId="{DA5D4FB1-ABFF-A4CE-5ADB-7CF21F308E0F}"/>
          </ac:spMkLst>
        </pc:spChg>
        <pc:spChg chg="add mod">
          <ac:chgData name="宣友 渡邉" userId="35c5ea2c58a33c06" providerId="LiveId" clId="{AA708CAE-695B-4FF6-AAE5-A143F34FC362}" dt="2023-11-17T02:23:01.199" v="8750" actId="20577"/>
          <ac:spMkLst>
            <pc:docMk/>
            <pc:sldMk cId="1858896737" sldId="257"/>
            <ac:spMk id="499" creationId="{E10EA4BC-8439-F041-EB36-91C65EF35B07}"/>
          </ac:spMkLst>
        </pc:spChg>
        <pc:spChg chg="add del mod">
          <ac:chgData name="宣友 渡邉" userId="35c5ea2c58a33c06" providerId="LiveId" clId="{AA708CAE-695B-4FF6-AAE5-A143F34FC362}" dt="2023-11-15T13:58:09.417" v="5778"/>
          <ac:spMkLst>
            <pc:docMk/>
            <pc:sldMk cId="1858896737" sldId="257"/>
            <ac:spMk id="500" creationId="{686F919B-C5EA-E5FC-3703-776097FFF665}"/>
          </ac:spMkLst>
        </pc:spChg>
        <pc:spChg chg="add mod">
          <ac:chgData name="宣友 渡邉" userId="35c5ea2c58a33c06" providerId="LiveId" clId="{AA708CAE-695B-4FF6-AAE5-A143F34FC362}" dt="2023-11-17T02:24:16.458" v="8802" actId="20577"/>
          <ac:spMkLst>
            <pc:docMk/>
            <pc:sldMk cId="1858896737" sldId="257"/>
            <ac:spMk id="501" creationId="{984C6D9D-9508-8DE9-3208-7649E8900713}"/>
          </ac:spMkLst>
        </pc:spChg>
        <pc:spChg chg="add del mod">
          <ac:chgData name="宣友 渡邉" userId="35c5ea2c58a33c06" providerId="LiveId" clId="{AA708CAE-695B-4FF6-AAE5-A143F34FC362}" dt="2023-11-15T13:59:33.004" v="5800"/>
          <ac:spMkLst>
            <pc:docMk/>
            <pc:sldMk cId="1858896737" sldId="257"/>
            <ac:spMk id="502" creationId="{5C4B67B0-6DB6-ABD8-54E9-8CE434833107}"/>
          </ac:spMkLst>
        </pc:spChg>
        <pc:spChg chg="add mod">
          <ac:chgData name="宣友 渡邉" userId="35c5ea2c58a33c06" providerId="LiveId" clId="{AA708CAE-695B-4FF6-AAE5-A143F34FC362}" dt="2023-11-17T03:23:42.665" v="8842"/>
          <ac:spMkLst>
            <pc:docMk/>
            <pc:sldMk cId="1858896737" sldId="257"/>
            <ac:spMk id="503" creationId="{F57109D9-24EC-A087-5A95-0C89BA86A886}"/>
          </ac:spMkLst>
        </pc:spChg>
        <pc:spChg chg="add mod">
          <ac:chgData name="宣友 渡邉" userId="35c5ea2c58a33c06" providerId="LiveId" clId="{AA708CAE-695B-4FF6-AAE5-A143F34FC362}" dt="2023-11-15T14:07:10.719" v="6021" actId="14100"/>
          <ac:spMkLst>
            <pc:docMk/>
            <pc:sldMk cId="1858896737" sldId="257"/>
            <ac:spMk id="504" creationId="{959782AC-F9D3-D1A6-F2A9-344F1F50FAFC}"/>
          </ac:spMkLst>
        </pc:spChg>
        <pc:spChg chg="add mod">
          <ac:chgData name="宣友 渡邉" userId="35c5ea2c58a33c06" providerId="LiveId" clId="{AA708CAE-695B-4FF6-AAE5-A143F34FC362}" dt="2023-11-17T02:25:27.422" v="8807" actId="207"/>
          <ac:spMkLst>
            <pc:docMk/>
            <pc:sldMk cId="1858896737" sldId="257"/>
            <ac:spMk id="505" creationId="{5D334F55-49DF-E656-E98C-E6D8F39F65C3}"/>
          </ac:spMkLst>
        </pc:spChg>
        <pc:spChg chg="add mod">
          <ac:chgData name="宣友 渡邉" userId="35c5ea2c58a33c06" providerId="LiveId" clId="{AA708CAE-695B-4FF6-AAE5-A143F34FC362}" dt="2023-11-17T02:25:20.424" v="8806" actId="207"/>
          <ac:spMkLst>
            <pc:docMk/>
            <pc:sldMk cId="1858896737" sldId="257"/>
            <ac:spMk id="506" creationId="{9D469232-9F90-C235-CA88-06B22B2FE5D7}"/>
          </ac:spMkLst>
        </pc:spChg>
        <pc:spChg chg="add del mod">
          <ac:chgData name="宣友 渡邉" userId="35c5ea2c58a33c06" providerId="LiveId" clId="{AA708CAE-695B-4FF6-AAE5-A143F34FC362}" dt="2023-11-15T14:09:02.763" v="6034"/>
          <ac:spMkLst>
            <pc:docMk/>
            <pc:sldMk cId="1858896737" sldId="257"/>
            <ac:spMk id="507" creationId="{77026145-0FE9-878B-960B-3B0C41870FAD}"/>
          </ac:spMkLst>
        </pc:spChg>
        <pc:spChg chg="add del mod">
          <ac:chgData name="宣友 渡邉" userId="35c5ea2c58a33c06" providerId="LiveId" clId="{AA708CAE-695B-4FF6-AAE5-A143F34FC362}" dt="2023-11-15T14:09:02.763" v="6034"/>
          <ac:spMkLst>
            <pc:docMk/>
            <pc:sldMk cId="1858896737" sldId="257"/>
            <ac:spMk id="508" creationId="{F5FD2F96-75BB-B57C-4556-DE289C4A77BF}"/>
          </ac:spMkLst>
        </pc:spChg>
        <pc:spChg chg="add del mod">
          <ac:chgData name="宣友 渡邉" userId="35c5ea2c58a33c06" providerId="LiveId" clId="{AA708CAE-695B-4FF6-AAE5-A143F34FC362}" dt="2023-11-15T14:09:02.763" v="6034"/>
          <ac:spMkLst>
            <pc:docMk/>
            <pc:sldMk cId="1858896737" sldId="257"/>
            <ac:spMk id="510" creationId="{A993C858-284B-20CE-E38A-FD8128F721EE}"/>
          </ac:spMkLst>
        </pc:spChg>
        <pc:spChg chg="add del mod">
          <ac:chgData name="宣友 渡邉" userId="35c5ea2c58a33c06" providerId="LiveId" clId="{AA708CAE-695B-4FF6-AAE5-A143F34FC362}" dt="2023-11-15T14:09:34.547" v="6040"/>
          <ac:spMkLst>
            <pc:docMk/>
            <pc:sldMk cId="1858896737" sldId="257"/>
            <ac:spMk id="511" creationId="{5993AAC8-06E4-C8C5-6DB7-DF433EC23C2C}"/>
          </ac:spMkLst>
        </pc:spChg>
        <pc:spChg chg="add del mod">
          <ac:chgData name="宣友 渡邉" userId="35c5ea2c58a33c06" providerId="LiveId" clId="{AA708CAE-695B-4FF6-AAE5-A143F34FC362}" dt="2023-11-15T14:09:34.547" v="6040"/>
          <ac:spMkLst>
            <pc:docMk/>
            <pc:sldMk cId="1858896737" sldId="257"/>
            <ac:spMk id="512" creationId="{C0304448-17A2-E4D1-9843-1BB3A5737505}"/>
          </ac:spMkLst>
        </pc:spChg>
        <pc:spChg chg="add del mod">
          <ac:chgData name="宣友 渡邉" userId="35c5ea2c58a33c06" providerId="LiveId" clId="{AA708CAE-695B-4FF6-AAE5-A143F34FC362}" dt="2023-11-15T14:09:34.547" v="6040"/>
          <ac:spMkLst>
            <pc:docMk/>
            <pc:sldMk cId="1858896737" sldId="257"/>
            <ac:spMk id="514" creationId="{387C9533-BC67-500F-C115-9CE25A3FF5EC}"/>
          </ac:spMkLst>
        </pc:spChg>
        <pc:spChg chg="add mod topLvl">
          <ac:chgData name="宣友 渡邉" userId="35c5ea2c58a33c06" providerId="LiveId" clId="{AA708CAE-695B-4FF6-AAE5-A143F34FC362}" dt="2023-11-15T14:18:20.381" v="6152" actId="14100"/>
          <ac:spMkLst>
            <pc:docMk/>
            <pc:sldMk cId="1858896737" sldId="257"/>
            <ac:spMk id="515" creationId="{1C1E1421-499A-8DA6-DA70-CB0690BEE93E}"/>
          </ac:spMkLst>
        </pc:spChg>
        <pc:spChg chg="add mod topLvl">
          <ac:chgData name="宣友 渡邉" userId="35c5ea2c58a33c06" providerId="LiveId" clId="{AA708CAE-695B-4FF6-AAE5-A143F34FC362}" dt="2023-11-15T14:18:40.324" v="6156" actId="14100"/>
          <ac:spMkLst>
            <pc:docMk/>
            <pc:sldMk cId="1858896737" sldId="257"/>
            <ac:spMk id="516" creationId="{E8E27F18-2A90-031C-F4C1-972394AF7120}"/>
          </ac:spMkLst>
        </pc:spChg>
        <pc:spChg chg="add mod topLvl">
          <ac:chgData name="宣友 渡邉" userId="35c5ea2c58a33c06" providerId="LiveId" clId="{AA708CAE-695B-4FF6-AAE5-A143F34FC362}" dt="2023-11-16T15:10:08.413" v="8390" actId="404"/>
          <ac:spMkLst>
            <pc:docMk/>
            <pc:sldMk cId="1858896737" sldId="257"/>
            <ac:spMk id="518" creationId="{7CE8AFBF-2655-E8C1-B385-84ED071AE238}"/>
          </ac:spMkLst>
        </pc:spChg>
        <pc:spChg chg="add del">
          <ac:chgData name="宣友 渡邉" userId="35c5ea2c58a33c06" providerId="LiveId" clId="{AA708CAE-695B-4FF6-AAE5-A143F34FC362}" dt="2023-11-15T14:27:22.099" v="6209" actId="22"/>
          <ac:spMkLst>
            <pc:docMk/>
            <pc:sldMk cId="1858896737" sldId="257"/>
            <ac:spMk id="522" creationId="{D5B06162-D503-8BDB-F6B9-F7A259B85FF3}"/>
          </ac:spMkLst>
        </pc:spChg>
        <pc:spChg chg="add mod">
          <ac:chgData name="宣友 渡邉" userId="35c5ea2c58a33c06" providerId="LiveId" clId="{AA708CAE-695B-4FF6-AAE5-A143F34FC362}" dt="2023-11-17T05:32:13.507" v="9005"/>
          <ac:spMkLst>
            <pc:docMk/>
            <pc:sldMk cId="1858896737" sldId="257"/>
            <ac:spMk id="524" creationId="{97BBE806-271F-D474-1EC1-E34652BF3DE5}"/>
          </ac:spMkLst>
        </pc:spChg>
        <pc:spChg chg="add mod">
          <ac:chgData name="宣友 渡邉" userId="35c5ea2c58a33c06" providerId="LiveId" clId="{AA708CAE-695B-4FF6-AAE5-A143F34FC362}" dt="2023-11-17T05:35:01.196" v="9079" actId="1076"/>
          <ac:spMkLst>
            <pc:docMk/>
            <pc:sldMk cId="1858896737" sldId="257"/>
            <ac:spMk id="525" creationId="{0A408AD3-6B63-647C-4748-823CA32811FC}"/>
          </ac:spMkLst>
        </pc:spChg>
        <pc:spChg chg="add del mod">
          <ac:chgData name="宣友 渡邉" userId="35c5ea2c58a33c06" providerId="LiveId" clId="{AA708CAE-695B-4FF6-AAE5-A143F34FC362}" dt="2023-11-17T05:23:43.956" v="8895" actId="478"/>
          <ac:spMkLst>
            <pc:docMk/>
            <pc:sldMk cId="1858896737" sldId="257"/>
            <ac:spMk id="526" creationId="{95A9A2CC-194A-356C-22A2-59AF7C4C2F88}"/>
          </ac:spMkLst>
        </pc:spChg>
        <pc:spChg chg="add mod">
          <ac:chgData name="宣友 渡邉" userId="35c5ea2c58a33c06" providerId="LiveId" clId="{AA708CAE-695B-4FF6-AAE5-A143F34FC362}" dt="2023-11-17T05:42:12.986" v="9164" actId="14100"/>
          <ac:spMkLst>
            <pc:docMk/>
            <pc:sldMk cId="1858896737" sldId="257"/>
            <ac:spMk id="527" creationId="{6014FBD2-7E5A-F44F-DC95-F59FB88A4AAC}"/>
          </ac:spMkLst>
        </pc:spChg>
        <pc:spChg chg="add mod">
          <ac:chgData name="宣友 渡邉" userId="35c5ea2c58a33c06" providerId="LiveId" clId="{AA708CAE-695B-4FF6-AAE5-A143F34FC362}" dt="2023-11-17T05:35:35.917" v="9102" actId="20577"/>
          <ac:spMkLst>
            <pc:docMk/>
            <pc:sldMk cId="1858896737" sldId="257"/>
            <ac:spMk id="528" creationId="{0DE38B82-95D0-4E2F-746A-710E7836BB1D}"/>
          </ac:spMkLst>
        </pc:spChg>
        <pc:grpChg chg="del">
          <ac:chgData name="宣友 渡邉" userId="35c5ea2c58a33c06" providerId="LiveId" clId="{AA708CAE-695B-4FF6-AAE5-A143F34FC362}" dt="2023-11-03T10:59:34.550" v="302" actId="478"/>
          <ac:grpSpMkLst>
            <pc:docMk/>
            <pc:sldMk cId="1858896737" sldId="257"/>
            <ac:grpSpMk id="3" creationId="{00000000-0000-0000-0000-000000000000}"/>
          </ac:grpSpMkLst>
        </pc:grpChg>
        <pc:grpChg chg="del">
          <ac:chgData name="宣友 渡邉" userId="35c5ea2c58a33c06" providerId="LiveId" clId="{AA708CAE-695B-4FF6-AAE5-A143F34FC362}" dt="2023-11-03T10:58:41.277" v="289" actId="478"/>
          <ac:grpSpMkLst>
            <pc:docMk/>
            <pc:sldMk cId="1858896737" sldId="257"/>
            <ac:grpSpMk id="9" creationId="{00000000-0000-0000-0000-000000000000}"/>
          </ac:grpSpMkLst>
        </pc:grpChg>
        <pc:grpChg chg="del">
          <ac:chgData name="宣友 渡邉" userId="35c5ea2c58a33c06" providerId="LiveId" clId="{AA708CAE-695B-4FF6-AAE5-A143F34FC362}" dt="2023-11-03T10:53:24.813" v="231" actId="478"/>
          <ac:grpSpMkLst>
            <pc:docMk/>
            <pc:sldMk cId="1858896737" sldId="257"/>
            <ac:grpSpMk id="15" creationId="{00000000-0000-0000-0000-000000000000}"/>
          </ac:grpSpMkLst>
        </pc:grpChg>
        <pc:grpChg chg="del">
          <ac:chgData name="宣友 渡邉" userId="35c5ea2c58a33c06" providerId="LiveId" clId="{AA708CAE-695B-4FF6-AAE5-A143F34FC362}" dt="2023-11-03T10:50:33.239" v="173" actId="478"/>
          <ac:grpSpMkLst>
            <pc:docMk/>
            <pc:sldMk cId="1858896737" sldId="257"/>
            <ac:grpSpMk id="16" creationId="{00000000-0000-0000-0000-000000000000}"/>
          </ac:grpSpMkLst>
        </pc:grpChg>
        <pc:grpChg chg="add mod">
          <ac:chgData name="宣友 渡邉" userId="35c5ea2c58a33c06" providerId="LiveId" clId="{AA708CAE-695B-4FF6-AAE5-A143F34FC362}" dt="2023-11-16T14:58:05.656" v="8203" actId="164"/>
          <ac:grpSpMkLst>
            <pc:docMk/>
            <pc:sldMk cId="1858896737" sldId="257"/>
            <ac:grpSpMk id="17" creationId="{8D0457FA-A0BE-0E19-39A7-3FFFA40FAF33}"/>
          </ac:grpSpMkLst>
        </pc:grpChg>
        <pc:grpChg chg="del">
          <ac:chgData name="宣友 渡邉" userId="35c5ea2c58a33c06" providerId="LiveId" clId="{AA708CAE-695B-4FF6-AAE5-A143F34FC362}" dt="2023-11-03T10:58:44.043" v="290" actId="478"/>
          <ac:grpSpMkLst>
            <pc:docMk/>
            <pc:sldMk cId="1858896737" sldId="257"/>
            <ac:grpSpMk id="18" creationId="{00000000-0000-0000-0000-000000000000}"/>
          </ac:grpSpMkLst>
        </pc:grpChg>
        <pc:grpChg chg="add mod">
          <ac:chgData name="宣友 渡邉" userId="35c5ea2c58a33c06" providerId="LiveId" clId="{AA708CAE-695B-4FF6-AAE5-A143F34FC362}" dt="2023-11-16T14:59:07.650" v="8216" actId="14100"/>
          <ac:grpSpMkLst>
            <pc:docMk/>
            <pc:sldMk cId="1858896737" sldId="257"/>
            <ac:grpSpMk id="26" creationId="{D37AECA7-DDC2-2154-DDCC-B294F31A131F}"/>
          </ac:grpSpMkLst>
        </pc:grpChg>
        <pc:grpChg chg="add del mod">
          <ac:chgData name="宣友 渡邉" userId="35c5ea2c58a33c06" providerId="LiveId" clId="{AA708CAE-695B-4FF6-AAE5-A143F34FC362}" dt="2023-11-15T07:31:56.165" v="2564" actId="478"/>
          <ac:grpSpMkLst>
            <pc:docMk/>
            <pc:sldMk cId="1858896737" sldId="257"/>
            <ac:grpSpMk id="86" creationId="{1F8D1DA6-8B02-7C96-7837-9C88E4DE528C}"/>
          </ac:grpSpMkLst>
        </pc:grpChg>
        <pc:grpChg chg="add del mod">
          <ac:chgData name="宣友 渡邉" userId="35c5ea2c58a33c06" providerId="LiveId" clId="{AA708CAE-695B-4FF6-AAE5-A143F34FC362}" dt="2023-11-15T07:34:58.560" v="2585" actId="165"/>
          <ac:grpSpMkLst>
            <pc:docMk/>
            <pc:sldMk cId="1858896737" sldId="257"/>
            <ac:grpSpMk id="215" creationId="{822A52F4-5293-FB8D-7EB2-A0365E7512B5}"/>
          </ac:grpSpMkLst>
        </pc:grpChg>
        <pc:grpChg chg="add del mod topLvl">
          <ac:chgData name="宣友 渡邉" userId="35c5ea2c58a33c06" providerId="LiveId" clId="{AA708CAE-695B-4FF6-AAE5-A143F34FC362}" dt="2023-11-15T08:04:40.287" v="2685" actId="165"/>
          <ac:grpSpMkLst>
            <pc:docMk/>
            <pc:sldMk cId="1858896737" sldId="257"/>
            <ac:grpSpMk id="216" creationId="{60AA3B8D-409B-3C17-C627-46BEB3A82873}"/>
          </ac:grpSpMkLst>
        </pc:grpChg>
        <pc:grpChg chg="add del mod">
          <ac:chgData name="宣友 渡邉" userId="35c5ea2c58a33c06" providerId="LiveId" clId="{AA708CAE-695B-4FF6-AAE5-A143F34FC362}" dt="2023-11-15T08:04:29.062" v="2682" actId="165"/>
          <ac:grpSpMkLst>
            <pc:docMk/>
            <pc:sldMk cId="1858896737" sldId="257"/>
            <ac:grpSpMk id="217" creationId="{1E554883-37B1-FE69-B57A-AC0053212ED5}"/>
          </ac:grpSpMkLst>
        </pc:grpChg>
        <pc:grpChg chg="add mod">
          <ac:chgData name="宣友 渡邉" userId="35c5ea2c58a33c06" providerId="LiveId" clId="{AA708CAE-695B-4FF6-AAE5-A143F34FC362}" dt="2023-11-17T05:34:57.104" v="9078" actId="1076"/>
          <ac:grpSpMkLst>
            <pc:docMk/>
            <pc:sldMk cId="1858896737" sldId="257"/>
            <ac:grpSpMk id="231" creationId="{03960AC7-0A3D-24A2-158E-9124316A2615}"/>
          </ac:grpSpMkLst>
        </pc:grpChg>
        <pc:grpChg chg="add del mod">
          <ac:chgData name="宣友 渡邉" userId="35c5ea2c58a33c06" providerId="LiveId" clId="{AA708CAE-695B-4FF6-AAE5-A143F34FC362}" dt="2023-11-15T13:36:48.069" v="5394" actId="165"/>
          <ac:grpSpMkLst>
            <pc:docMk/>
            <pc:sldMk cId="1858896737" sldId="257"/>
            <ac:grpSpMk id="237" creationId="{339CFBFB-422D-5130-70DB-6D51C237D44B}"/>
          </ac:grpSpMkLst>
        </pc:grpChg>
        <pc:grpChg chg="add del mod">
          <ac:chgData name="宣友 渡邉" userId="35c5ea2c58a33c06" providerId="LiveId" clId="{AA708CAE-695B-4FF6-AAE5-A143F34FC362}" dt="2023-11-15T13:37:38.480" v="5441" actId="478"/>
          <ac:grpSpMkLst>
            <pc:docMk/>
            <pc:sldMk cId="1858896737" sldId="257"/>
            <ac:grpSpMk id="245" creationId="{3D80691B-55EE-EF31-1869-361D4F45B2E6}"/>
          </ac:grpSpMkLst>
        </pc:grpChg>
        <pc:grpChg chg="add del mod">
          <ac:chgData name="宣友 渡邉" userId="35c5ea2c58a33c06" providerId="LiveId" clId="{AA708CAE-695B-4FF6-AAE5-A143F34FC362}" dt="2023-11-15T13:15:29.608" v="4602"/>
          <ac:grpSpMkLst>
            <pc:docMk/>
            <pc:sldMk cId="1858896737" sldId="257"/>
            <ac:grpSpMk id="283" creationId="{F6D0F743-428F-5DAF-CDC4-979E928EC46E}"/>
          </ac:grpSpMkLst>
        </pc:grpChg>
        <pc:grpChg chg="add mod">
          <ac:chgData name="宣友 渡邉" userId="35c5ea2c58a33c06" providerId="LiveId" clId="{AA708CAE-695B-4FF6-AAE5-A143F34FC362}" dt="2023-11-15T13:23:36.522" v="4724" actId="14100"/>
          <ac:grpSpMkLst>
            <pc:docMk/>
            <pc:sldMk cId="1858896737" sldId="257"/>
            <ac:grpSpMk id="289" creationId="{D3F71BC4-59B5-AA84-950C-34C19C2A753A}"/>
          </ac:grpSpMkLst>
        </pc:grpChg>
        <pc:grpChg chg="add del mod">
          <ac:chgData name="宣友 渡邉" userId="35c5ea2c58a33c06" providerId="LiveId" clId="{AA708CAE-695B-4FF6-AAE5-A143F34FC362}" dt="2023-11-15T13:17:34.002" v="4625"/>
          <ac:grpSpMkLst>
            <pc:docMk/>
            <pc:sldMk cId="1858896737" sldId="257"/>
            <ac:grpSpMk id="295" creationId="{F5BCD09E-A511-C51B-9654-BD74DF81CDB9}"/>
          </ac:grpSpMkLst>
        </pc:grpChg>
        <pc:grpChg chg="add del mod">
          <ac:chgData name="宣友 渡邉" userId="35c5ea2c58a33c06" providerId="LiveId" clId="{AA708CAE-695B-4FF6-AAE5-A143F34FC362}" dt="2023-11-15T13:17:34.002" v="4625"/>
          <ac:grpSpMkLst>
            <pc:docMk/>
            <pc:sldMk cId="1858896737" sldId="257"/>
            <ac:grpSpMk id="299" creationId="{CEAF0080-182C-C468-0B1F-E7B38C7BFC0E}"/>
          </ac:grpSpMkLst>
        </pc:grpChg>
        <pc:grpChg chg="add mod">
          <ac:chgData name="宣友 渡邉" userId="35c5ea2c58a33c06" providerId="LiveId" clId="{AA708CAE-695B-4FF6-AAE5-A143F34FC362}" dt="2023-11-15T13:33:16.137" v="5220" actId="1076"/>
          <ac:grpSpMkLst>
            <pc:docMk/>
            <pc:sldMk cId="1858896737" sldId="257"/>
            <ac:grpSpMk id="311" creationId="{98D28CC0-CD3A-DA26-7458-5C427D32B7F4}"/>
          </ac:grpSpMkLst>
        </pc:grpChg>
        <pc:grpChg chg="add mod">
          <ac:chgData name="宣友 渡邉" userId="35c5ea2c58a33c06" providerId="LiveId" clId="{AA708CAE-695B-4FF6-AAE5-A143F34FC362}" dt="2023-11-15T13:26:35.940" v="4760" actId="120"/>
          <ac:grpSpMkLst>
            <pc:docMk/>
            <pc:sldMk cId="1858896737" sldId="257"/>
            <ac:grpSpMk id="315" creationId="{F8BCCA33-DF8B-12D3-0868-A6125E7E29BD}"/>
          </ac:grpSpMkLst>
        </pc:grpChg>
        <pc:grpChg chg="add del mod">
          <ac:chgData name="宣友 渡邉" userId="35c5ea2c58a33c06" providerId="LiveId" clId="{AA708CAE-695B-4FF6-AAE5-A143F34FC362}" dt="2023-11-15T13:28:32.846" v="4774"/>
          <ac:grpSpMkLst>
            <pc:docMk/>
            <pc:sldMk cId="1858896737" sldId="257"/>
            <ac:grpSpMk id="327" creationId="{BE937D89-0E09-1E1F-369C-2A152C9A78C0}"/>
          </ac:grpSpMkLst>
        </pc:grpChg>
        <pc:grpChg chg="add del mod topLvl">
          <ac:chgData name="宣友 渡邉" userId="35c5ea2c58a33c06" providerId="LiveId" clId="{AA708CAE-695B-4FF6-AAE5-A143F34FC362}" dt="2023-11-15T13:34:37.482" v="5320" actId="165"/>
          <ac:grpSpMkLst>
            <pc:docMk/>
            <pc:sldMk cId="1858896737" sldId="257"/>
            <ac:grpSpMk id="352" creationId="{68D1E2B4-9A35-1E01-BBDE-C8D41E7D4073}"/>
          </ac:grpSpMkLst>
        </pc:grpChg>
        <pc:grpChg chg="add del mod">
          <ac:chgData name="宣友 渡邉" userId="35c5ea2c58a33c06" providerId="LiveId" clId="{AA708CAE-695B-4FF6-AAE5-A143F34FC362}" dt="2023-11-15T13:29:31.744" v="5173" actId="165"/>
          <ac:grpSpMkLst>
            <pc:docMk/>
            <pc:sldMk cId="1858896737" sldId="257"/>
            <ac:grpSpMk id="377" creationId="{B5711EDD-4E12-A6D0-AAA0-0F5188DA187B}"/>
          </ac:grpSpMkLst>
        </pc:grpChg>
        <pc:grpChg chg="add mod">
          <ac:chgData name="宣友 渡邉" userId="35c5ea2c58a33c06" providerId="LiveId" clId="{AA708CAE-695B-4FF6-AAE5-A143F34FC362}" dt="2023-11-15T13:31:21.195" v="5201" actId="1037"/>
          <ac:grpSpMkLst>
            <pc:docMk/>
            <pc:sldMk cId="1858896737" sldId="257"/>
            <ac:grpSpMk id="380" creationId="{EC0BB979-2CD6-4800-BD09-72211D32C318}"/>
          </ac:grpSpMkLst>
        </pc:grpChg>
        <pc:grpChg chg="add mod">
          <ac:chgData name="宣友 渡邉" userId="35c5ea2c58a33c06" providerId="LiveId" clId="{AA708CAE-695B-4FF6-AAE5-A143F34FC362}" dt="2023-11-15T13:34:18.022" v="5295" actId="14100"/>
          <ac:grpSpMkLst>
            <pc:docMk/>
            <pc:sldMk cId="1858896737" sldId="257"/>
            <ac:grpSpMk id="381" creationId="{0B7A95F4-3971-3201-72C5-67286E090222}"/>
          </ac:grpSpMkLst>
        </pc:grpChg>
        <pc:grpChg chg="add mod">
          <ac:chgData name="宣友 渡邉" userId="35c5ea2c58a33c06" providerId="LiveId" clId="{AA708CAE-695B-4FF6-AAE5-A143F34FC362}" dt="2023-11-15T14:46:20.127" v="7445" actId="1076"/>
          <ac:grpSpMkLst>
            <pc:docMk/>
            <pc:sldMk cId="1858896737" sldId="257"/>
            <ac:grpSpMk id="389" creationId="{F4DC90B4-C887-DCE6-AFDF-CF468E209BD4}"/>
          </ac:grpSpMkLst>
        </pc:grpChg>
        <pc:grpChg chg="add mod">
          <ac:chgData name="宣友 渡邉" userId="35c5ea2c58a33c06" providerId="LiveId" clId="{AA708CAE-695B-4FF6-AAE5-A143F34FC362}" dt="2023-11-15T13:37:45.807" v="5442" actId="571"/>
          <ac:grpSpMkLst>
            <pc:docMk/>
            <pc:sldMk cId="1858896737" sldId="257"/>
            <ac:grpSpMk id="390" creationId="{B1564A19-EACC-AA21-1E67-98A9CF537A38}"/>
          </ac:grpSpMkLst>
        </pc:grpChg>
        <pc:grpChg chg="add del mod">
          <ac:chgData name="宣友 渡邉" userId="35c5ea2c58a33c06" providerId="LiveId" clId="{AA708CAE-695B-4FF6-AAE5-A143F34FC362}" dt="2023-11-15T13:51:17.648" v="5727"/>
          <ac:grpSpMkLst>
            <pc:docMk/>
            <pc:sldMk cId="1858896737" sldId="257"/>
            <ac:grpSpMk id="419" creationId="{C9B59BFD-A242-736A-4E09-7C7431B61683}"/>
          </ac:grpSpMkLst>
        </pc:grpChg>
        <pc:grpChg chg="mod">
          <ac:chgData name="宣友 渡邉" userId="35c5ea2c58a33c06" providerId="LiveId" clId="{AA708CAE-695B-4FF6-AAE5-A143F34FC362}" dt="2023-11-15T13:51:10.311" v="5724"/>
          <ac:grpSpMkLst>
            <pc:docMk/>
            <pc:sldMk cId="1858896737" sldId="257"/>
            <ac:grpSpMk id="420" creationId="{FAEA8026-7A8F-B393-F901-7F5033EFF752}"/>
          </ac:grpSpMkLst>
        </pc:grpChg>
        <pc:grpChg chg="add mod">
          <ac:chgData name="宣友 渡邉" userId="35c5ea2c58a33c06" providerId="LiveId" clId="{AA708CAE-695B-4FF6-AAE5-A143F34FC362}" dt="2023-11-15T13:51:20.638" v="5729" actId="164"/>
          <ac:grpSpMkLst>
            <pc:docMk/>
            <pc:sldMk cId="1858896737" sldId="257"/>
            <ac:grpSpMk id="463" creationId="{57E1C5F8-7D6D-C98A-5FC8-3B2F37A41FC6}"/>
          </ac:grpSpMkLst>
        </pc:grpChg>
        <pc:grpChg chg="mod">
          <ac:chgData name="宣友 渡邉" userId="35c5ea2c58a33c06" providerId="LiveId" clId="{AA708CAE-695B-4FF6-AAE5-A143F34FC362}" dt="2023-11-15T13:51:17.697" v="5728"/>
          <ac:grpSpMkLst>
            <pc:docMk/>
            <pc:sldMk cId="1858896737" sldId="257"/>
            <ac:grpSpMk id="464" creationId="{FC340D62-E231-8D6D-F335-F3C2EEBCB8CF}"/>
          </ac:grpSpMkLst>
        </pc:grpChg>
        <pc:grpChg chg="add del mod">
          <ac:chgData name="宣友 渡邉" userId="35c5ea2c58a33c06" providerId="LiveId" clId="{AA708CAE-695B-4FF6-AAE5-A143F34FC362}" dt="2023-11-15T13:55:40.685" v="5748" actId="478"/>
          <ac:grpSpMkLst>
            <pc:docMk/>
            <pc:sldMk cId="1858896737" sldId="257"/>
            <ac:grpSpMk id="496" creationId="{4F805AFD-23B4-503F-ED00-391081A99ED6}"/>
          </ac:grpSpMkLst>
        </pc:grpChg>
        <pc:grpChg chg="add del mod">
          <ac:chgData name="宣友 渡邉" userId="35c5ea2c58a33c06" providerId="LiveId" clId="{AA708CAE-695B-4FF6-AAE5-A143F34FC362}" dt="2023-11-15T14:17:05.428" v="6134" actId="165"/>
          <ac:grpSpMkLst>
            <pc:docMk/>
            <pc:sldMk cId="1858896737" sldId="257"/>
            <ac:grpSpMk id="519" creationId="{C51747B3-3DBA-824D-B148-30F13F19DFCC}"/>
          </ac:grpSpMkLst>
        </pc:grpChg>
        <pc:grpChg chg="add mod">
          <ac:chgData name="宣友 渡邉" userId="35c5ea2c58a33c06" providerId="LiveId" clId="{AA708CAE-695B-4FF6-AAE5-A143F34FC362}" dt="2023-11-17T05:30:08.765" v="8967" actId="1035"/>
          <ac:grpSpMkLst>
            <pc:docMk/>
            <pc:sldMk cId="1858896737" sldId="257"/>
            <ac:grpSpMk id="520" creationId="{047764B6-BD0B-4C48-1418-66949EE10511}"/>
          </ac:grpSpMkLst>
        </pc:grpChg>
        <pc:graphicFrameChg chg="del">
          <ac:chgData name="宣友 渡邉" userId="35c5ea2c58a33c06" providerId="LiveId" clId="{AA708CAE-695B-4FF6-AAE5-A143F34FC362}" dt="2023-11-03T10:58:48.413" v="291" actId="478"/>
          <ac:graphicFrameMkLst>
            <pc:docMk/>
            <pc:sldMk cId="1858896737" sldId="257"/>
            <ac:graphicFrameMk id="61" creationId="{00000000-0000-0000-0000-000000000000}"/>
          </ac:graphicFrameMkLst>
        </pc:graphicFrameChg>
        <pc:graphicFrameChg chg="add del mod">
          <ac:chgData name="宣友 渡邉" userId="35c5ea2c58a33c06" providerId="LiveId" clId="{AA708CAE-695B-4FF6-AAE5-A143F34FC362}" dt="2023-11-15T14:09:02.763" v="6034"/>
          <ac:graphicFrameMkLst>
            <pc:docMk/>
            <pc:sldMk cId="1858896737" sldId="257"/>
            <ac:graphicFrameMk id="509" creationId="{49A19F4D-FBBE-4E8D-13FD-C46D3CF0EBBC}"/>
          </ac:graphicFrameMkLst>
        </pc:graphicFrameChg>
        <pc:graphicFrameChg chg="add del mod modGraphic">
          <ac:chgData name="宣友 渡邉" userId="35c5ea2c58a33c06" providerId="LiveId" clId="{AA708CAE-695B-4FF6-AAE5-A143F34FC362}" dt="2023-11-15T14:09:34.547" v="6040"/>
          <ac:graphicFrameMkLst>
            <pc:docMk/>
            <pc:sldMk cId="1858896737" sldId="257"/>
            <ac:graphicFrameMk id="513" creationId="{67B34FAD-F37E-F923-3563-F18E8DC69747}"/>
          </ac:graphicFrameMkLst>
        </pc:graphicFrameChg>
        <pc:graphicFrameChg chg="add mod modGraphic">
          <ac:chgData name="宣友 渡邉" userId="35c5ea2c58a33c06" providerId="LiveId" clId="{AA708CAE-695B-4FF6-AAE5-A143F34FC362}" dt="2023-11-17T05:30:08.765" v="8967" actId="1035"/>
          <ac:graphicFrameMkLst>
            <pc:docMk/>
            <pc:sldMk cId="1858896737" sldId="257"/>
            <ac:graphicFrameMk id="517" creationId="{4A772A29-9FD1-A566-2464-1EE947CC6F1B}"/>
          </ac:graphicFrameMkLst>
        </pc:graphicFrameChg>
        <pc:picChg chg="add del mod">
          <ac:chgData name="宣友 渡邉" userId="35c5ea2c58a33c06" providerId="LiveId" clId="{AA708CAE-695B-4FF6-AAE5-A143F34FC362}" dt="2023-11-16T14:58:13.616" v="8207"/>
          <ac:picMkLst>
            <pc:docMk/>
            <pc:sldMk cId="1858896737" sldId="257"/>
            <ac:picMk id="8" creationId="{C4555702-4C20-11DC-8DC2-48F061ED1150}"/>
          </ac:picMkLst>
        </pc:picChg>
        <pc:picChg chg="add mod">
          <ac:chgData name="宣友 渡邉" userId="35c5ea2c58a33c06" providerId="LiveId" clId="{AA708CAE-695B-4FF6-AAE5-A143F34FC362}" dt="2023-11-16T14:58:30.134" v="8209" actId="164"/>
          <ac:picMkLst>
            <pc:docMk/>
            <pc:sldMk cId="1858896737" sldId="257"/>
            <ac:picMk id="18" creationId="{95D51581-32FB-B225-67D8-E864B0E67983}"/>
          </ac:picMkLst>
        </pc:picChg>
        <pc:picChg chg="del">
          <ac:chgData name="宣友 渡邉" userId="35c5ea2c58a33c06" providerId="LiveId" clId="{AA708CAE-695B-4FF6-AAE5-A143F34FC362}" dt="2023-11-03T10:59:32.362" v="301" actId="478"/>
          <ac:picMkLst>
            <pc:docMk/>
            <pc:sldMk cId="1858896737" sldId="257"/>
            <ac:picMk id="19" creationId="{00000000-0000-0000-0000-000000000000}"/>
          </ac:picMkLst>
        </pc:picChg>
        <pc:picChg chg="del mod">
          <ac:chgData name="宣友 渡邉" userId="35c5ea2c58a33c06" providerId="LiveId" clId="{AA708CAE-695B-4FF6-AAE5-A143F34FC362}" dt="2023-11-15T14:08:37.366" v="6032" actId="478"/>
          <ac:picMkLst>
            <pc:docMk/>
            <pc:sldMk cId="1858896737" sldId="257"/>
            <ac:picMk id="22" creationId="{EF498E58-5938-0895-A2B3-BA8726756EDB}"/>
          </ac:picMkLst>
        </pc:picChg>
        <pc:picChg chg="del">
          <ac:chgData name="宣友 渡邉" userId="35c5ea2c58a33c06" providerId="LiveId" clId="{AA708CAE-695B-4FF6-AAE5-A143F34FC362}" dt="2023-11-15T07:25:58.300" v="2257" actId="478"/>
          <ac:picMkLst>
            <pc:docMk/>
            <pc:sldMk cId="1858896737" sldId="257"/>
            <ac:picMk id="23" creationId="{EDB4886F-3979-22B3-3F02-71337EED1AA2}"/>
          </ac:picMkLst>
        </pc:picChg>
        <pc:picChg chg="add del mod">
          <ac:chgData name="宣友 渡邉" userId="35c5ea2c58a33c06" providerId="LiveId" clId="{AA708CAE-695B-4FF6-AAE5-A143F34FC362}" dt="2023-11-15T07:25:37.258" v="2250"/>
          <ac:picMkLst>
            <pc:docMk/>
            <pc:sldMk cId="1858896737" sldId="257"/>
            <ac:picMk id="31" creationId="{FEBF7CB9-EBAC-82AF-88DE-A5A75584D9DD}"/>
          </ac:picMkLst>
        </pc:picChg>
        <pc:picChg chg="del">
          <ac:chgData name="宣友 渡邉" userId="35c5ea2c58a33c06" providerId="LiveId" clId="{AA708CAE-695B-4FF6-AAE5-A143F34FC362}" dt="2023-11-03T10:55:14.354" v="285" actId="478"/>
          <ac:picMkLst>
            <pc:docMk/>
            <pc:sldMk cId="1858896737" sldId="257"/>
            <ac:picMk id="59" creationId="{00000000-0000-0000-0000-000000000000}"/>
          </ac:picMkLst>
        </pc:picChg>
        <pc:picChg chg="add mod">
          <ac:chgData name="宣友 渡邉" userId="35c5ea2c58a33c06" providerId="LiveId" clId="{AA708CAE-695B-4FF6-AAE5-A143F34FC362}" dt="2023-11-15T07:26:55.591" v="2264" actId="403"/>
          <ac:picMkLst>
            <pc:docMk/>
            <pc:sldMk cId="1858896737" sldId="257"/>
            <ac:picMk id="85" creationId="{3A6FC7C0-B701-FFA7-CF26-D0413F90216F}"/>
          </ac:picMkLst>
        </pc:picChg>
        <pc:picChg chg="add del mod">
          <ac:chgData name="宣友 渡邉" userId="35c5ea2c58a33c06" providerId="LiveId" clId="{AA708CAE-695B-4FF6-AAE5-A143F34FC362}" dt="2023-11-15T07:27:53.161" v="2297"/>
          <ac:picMkLst>
            <pc:docMk/>
            <pc:sldMk cId="1858896737" sldId="257"/>
            <ac:picMk id="92" creationId="{3003D5CB-B4E8-6130-C72F-183C0ADD95B5}"/>
          </ac:picMkLst>
        </pc:picChg>
        <pc:picChg chg="add del mod">
          <ac:chgData name="宣友 渡邉" userId="35c5ea2c58a33c06" providerId="LiveId" clId="{AA708CAE-695B-4FF6-AAE5-A143F34FC362}" dt="2023-11-15T07:27:53.161" v="2297"/>
          <ac:picMkLst>
            <pc:docMk/>
            <pc:sldMk cId="1858896737" sldId="257"/>
            <ac:picMk id="93" creationId="{1AE8651E-DC77-D716-A15E-5F3B593ACC54}"/>
          </ac:picMkLst>
        </pc:picChg>
        <pc:picChg chg="add del mod">
          <ac:chgData name="宣友 渡邉" userId="35c5ea2c58a33c06" providerId="LiveId" clId="{AA708CAE-695B-4FF6-AAE5-A143F34FC362}" dt="2023-11-15T07:27:53.161" v="2297"/>
          <ac:picMkLst>
            <pc:docMk/>
            <pc:sldMk cId="1858896737" sldId="257"/>
            <ac:picMk id="95" creationId="{C14A4471-DE6A-DB0C-53B3-44712C3BA468}"/>
          </ac:picMkLst>
        </pc:picChg>
        <pc:picChg chg="del">
          <ac:chgData name="宣友 渡邉" userId="35c5ea2c58a33c06" providerId="LiveId" clId="{AA708CAE-695B-4FF6-AAE5-A143F34FC362}" dt="2023-11-03T10:53:21.902" v="230" actId="478"/>
          <ac:picMkLst>
            <pc:docMk/>
            <pc:sldMk cId="1858896737" sldId="257"/>
            <ac:picMk id="102" creationId="{00000000-0000-0000-0000-000000000000}"/>
          </ac:picMkLst>
        </pc:picChg>
        <pc:picChg chg="add del mod">
          <ac:chgData name="宣友 渡邉" userId="35c5ea2c58a33c06" providerId="LiveId" clId="{AA708CAE-695B-4FF6-AAE5-A143F34FC362}" dt="2023-11-15T07:27:53.161" v="2297"/>
          <ac:picMkLst>
            <pc:docMk/>
            <pc:sldMk cId="1858896737" sldId="257"/>
            <ac:picMk id="102" creationId="{15710F3E-A296-A643-77C3-B190E9DD175D}"/>
          </ac:picMkLst>
        </pc:picChg>
        <pc:picChg chg="add del mod">
          <ac:chgData name="宣友 渡邉" userId="35c5ea2c58a33c06" providerId="LiveId" clId="{AA708CAE-695B-4FF6-AAE5-A143F34FC362}" dt="2023-11-15T07:27:53.161" v="2297"/>
          <ac:picMkLst>
            <pc:docMk/>
            <pc:sldMk cId="1858896737" sldId="257"/>
            <ac:picMk id="111" creationId="{B6E3AADD-C099-89FF-7E00-D2B34CD05F85}"/>
          </ac:picMkLst>
        </pc:picChg>
        <pc:picChg chg="add del mod">
          <ac:chgData name="宣友 渡邉" userId="35c5ea2c58a33c06" providerId="LiveId" clId="{AA708CAE-695B-4FF6-AAE5-A143F34FC362}" dt="2023-11-15T07:27:53.161" v="2297"/>
          <ac:picMkLst>
            <pc:docMk/>
            <pc:sldMk cId="1858896737" sldId="257"/>
            <ac:picMk id="113" creationId="{86869B69-7B45-4055-6C39-A1A69938C21D}"/>
          </ac:picMkLst>
        </pc:picChg>
        <pc:picChg chg="add del mod">
          <ac:chgData name="宣友 渡邉" userId="35c5ea2c58a33c06" providerId="LiveId" clId="{AA708CAE-695B-4FF6-AAE5-A143F34FC362}" dt="2023-11-15T07:27:53.161" v="2297"/>
          <ac:picMkLst>
            <pc:docMk/>
            <pc:sldMk cId="1858896737" sldId="257"/>
            <ac:picMk id="115" creationId="{2B7A14A9-648F-9FBA-9814-47C31D488EA4}"/>
          </ac:picMkLst>
        </pc:picChg>
        <pc:picChg chg="add del mod">
          <ac:chgData name="宣友 渡邉" userId="35c5ea2c58a33c06" providerId="LiveId" clId="{AA708CAE-695B-4FF6-AAE5-A143F34FC362}" dt="2023-11-15T07:27:56.944" v="2299"/>
          <ac:picMkLst>
            <pc:docMk/>
            <pc:sldMk cId="1858896737" sldId="257"/>
            <ac:picMk id="123" creationId="{57F306A7-1336-D657-F6E6-FD0EE5138222}"/>
          </ac:picMkLst>
        </pc:picChg>
        <pc:picChg chg="add del mod">
          <ac:chgData name="宣友 渡邉" userId="35c5ea2c58a33c06" providerId="LiveId" clId="{AA708CAE-695B-4FF6-AAE5-A143F34FC362}" dt="2023-11-15T07:27:56.944" v="2299"/>
          <ac:picMkLst>
            <pc:docMk/>
            <pc:sldMk cId="1858896737" sldId="257"/>
            <ac:picMk id="124" creationId="{73A6F975-B525-7489-EB02-89EAE6BC19E0}"/>
          </ac:picMkLst>
        </pc:picChg>
        <pc:picChg chg="add del mod">
          <ac:chgData name="宣友 渡邉" userId="35c5ea2c58a33c06" providerId="LiveId" clId="{AA708CAE-695B-4FF6-AAE5-A143F34FC362}" dt="2023-11-15T07:27:56.944" v="2299"/>
          <ac:picMkLst>
            <pc:docMk/>
            <pc:sldMk cId="1858896737" sldId="257"/>
            <ac:picMk id="126" creationId="{E027DD1F-5340-B407-243B-3E2CC85BC8B5}"/>
          </ac:picMkLst>
        </pc:picChg>
        <pc:picChg chg="add del mod">
          <ac:chgData name="宣友 渡邉" userId="35c5ea2c58a33c06" providerId="LiveId" clId="{AA708CAE-695B-4FF6-AAE5-A143F34FC362}" dt="2023-11-15T07:27:56.944" v="2299"/>
          <ac:picMkLst>
            <pc:docMk/>
            <pc:sldMk cId="1858896737" sldId="257"/>
            <ac:picMk id="133" creationId="{BCB02D7C-BD12-6D61-7242-BDE6F21D1F03}"/>
          </ac:picMkLst>
        </pc:picChg>
        <pc:picChg chg="add del mod">
          <ac:chgData name="宣友 渡邉" userId="35c5ea2c58a33c06" providerId="LiveId" clId="{AA708CAE-695B-4FF6-AAE5-A143F34FC362}" dt="2023-11-15T07:27:56.944" v="2299"/>
          <ac:picMkLst>
            <pc:docMk/>
            <pc:sldMk cId="1858896737" sldId="257"/>
            <ac:picMk id="144" creationId="{3B693F00-C506-ABF2-835A-49A0575F2B25}"/>
          </ac:picMkLst>
        </pc:picChg>
        <pc:picChg chg="del mod">
          <ac:chgData name="宣友 渡邉" userId="35c5ea2c58a33c06" providerId="LiveId" clId="{AA708CAE-695B-4FF6-AAE5-A143F34FC362}" dt="2023-11-03T10:59:36.310" v="304" actId="478"/>
          <ac:picMkLst>
            <pc:docMk/>
            <pc:sldMk cId="1858896737" sldId="257"/>
            <ac:picMk id="145" creationId="{00000000-0000-0000-0000-000000000000}"/>
          </ac:picMkLst>
        </pc:picChg>
        <pc:picChg chg="add del mod">
          <ac:chgData name="宣友 渡邉" userId="35c5ea2c58a33c06" providerId="LiveId" clId="{AA708CAE-695B-4FF6-AAE5-A143F34FC362}" dt="2023-11-15T07:27:56.944" v="2299"/>
          <ac:picMkLst>
            <pc:docMk/>
            <pc:sldMk cId="1858896737" sldId="257"/>
            <ac:picMk id="147" creationId="{D4E85182-95F4-0A39-2F02-73505ECED1C9}"/>
          </ac:picMkLst>
        </pc:picChg>
        <pc:picChg chg="del">
          <ac:chgData name="宣友 渡邉" userId="35c5ea2c58a33c06" providerId="LiveId" clId="{AA708CAE-695B-4FF6-AAE5-A143F34FC362}" dt="2023-11-03T10:58:34.367" v="286" actId="478"/>
          <ac:picMkLst>
            <pc:docMk/>
            <pc:sldMk cId="1858896737" sldId="257"/>
            <ac:picMk id="148" creationId="{00000000-0000-0000-0000-000000000000}"/>
          </ac:picMkLst>
        </pc:picChg>
        <pc:picChg chg="add del mod">
          <ac:chgData name="宣友 渡邉" userId="35c5ea2c58a33c06" providerId="LiveId" clId="{AA708CAE-695B-4FF6-AAE5-A143F34FC362}" dt="2023-11-15T07:27:56.944" v="2299"/>
          <ac:picMkLst>
            <pc:docMk/>
            <pc:sldMk cId="1858896737" sldId="257"/>
            <ac:picMk id="149" creationId="{8545D216-837F-3614-1FC3-332263E3EA77}"/>
          </ac:picMkLst>
        </pc:picChg>
        <pc:picChg chg="add del mod">
          <ac:chgData name="宣友 渡邉" userId="35c5ea2c58a33c06" providerId="LiveId" clId="{AA708CAE-695B-4FF6-AAE5-A143F34FC362}" dt="2023-11-15T07:28:20.286" v="2303"/>
          <ac:picMkLst>
            <pc:docMk/>
            <pc:sldMk cId="1858896737" sldId="257"/>
            <ac:picMk id="158" creationId="{8D190115-61F0-FAE2-9659-00F25EB5CFCD}"/>
          </ac:picMkLst>
        </pc:picChg>
        <pc:picChg chg="add del mod">
          <ac:chgData name="宣友 渡邉" userId="35c5ea2c58a33c06" providerId="LiveId" clId="{AA708CAE-695B-4FF6-AAE5-A143F34FC362}" dt="2023-11-15T07:28:20.286" v="2303"/>
          <ac:picMkLst>
            <pc:docMk/>
            <pc:sldMk cId="1858896737" sldId="257"/>
            <ac:picMk id="159" creationId="{48B46FB2-E280-78C1-7D32-829FB4048033}"/>
          </ac:picMkLst>
        </pc:picChg>
        <pc:picChg chg="add del mod">
          <ac:chgData name="宣友 渡邉" userId="35c5ea2c58a33c06" providerId="LiveId" clId="{AA708CAE-695B-4FF6-AAE5-A143F34FC362}" dt="2023-11-15T07:28:20.286" v="2303"/>
          <ac:picMkLst>
            <pc:docMk/>
            <pc:sldMk cId="1858896737" sldId="257"/>
            <ac:picMk id="161" creationId="{A2C37C00-0B0D-1CD0-7E87-77B431253A82}"/>
          </ac:picMkLst>
        </pc:picChg>
        <pc:picChg chg="add del mod">
          <ac:chgData name="宣友 渡邉" userId="35c5ea2c58a33c06" providerId="LiveId" clId="{AA708CAE-695B-4FF6-AAE5-A143F34FC362}" dt="2023-11-15T07:28:20.286" v="2303"/>
          <ac:picMkLst>
            <pc:docMk/>
            <pc:sldMk cId="1858896737" sldId="257"/>
            <ac:picMk id="168" creationId="{7E6C977A-5AFB-3F3A-6788-7BAFE35CAAA8}"/>
          </ac:picMkLst>
        </pc:picChg>
        <pc:picChg chg="add del mod">
          <ac:chgData name="宣友 渡邉" userId="35c5ea2c58a33c06" providerId="LiveId" clId="{AA708CAE-695B-4FF6-AAE5-A143F34FC362}" dt="2023-11-15T07:28:20.286" v="2303"/>
          <ac:picMkLst>
            <pc:docMk/>
            <pc:sldMk cId="1858896737" sldId="257"/>
            <ac:picMk id="177" creationId="{822995B7-7430-F0BE-F616-EE7AE1C5EF2E}"/>
          </ac:picMkLst>
        </pc:picChg>
        <pc:picChg chg="add del mod">
          <ac:chgData name="宣友 渡邉" userId="35c5ea2c58a33c06" providerId="LiveId" clId="{AA708CAE-695B-4FF6-AAE5-A143F34FC362}" dt="2023-11-15T07:28:20.286" v="2303"/>
          <ac:picMkLst>
            <pc:docMk/>
            <pc:sldMk cId="1858896737" sldId="257"/>
            <ac:picMk id="179" creationId="{6F3D6ECE-BF9E-7A16-4AA0-A0C0713B95D8}"/>
          </ac:picMkLst>
        </pc:picChg>
        <pc:picChg chg="add del mod">
          <ac:chgData name="宣友 渡邉" userId="35c5ea2c58a33c06" providerId="LiveId" clId="{AA708CAE-695B-4FF6-AAE5-A143F34FC362}" dt="2023-11-15T07:28:20.286" v="2303"/>
          <ac:picMkLst>
            <pc:docMk/>
            <pc:sldMk cId="1858896737" sldId="257"/>
            <ac:picMk id="181" creationId="{3CBCDFEF-8541-0EB4-6F74-302DF652B34A}"/>
          </ac:picMkLst>
        </pc:picChg>
        <pc:picChg chg="add mod topLvl">
          <ac:chgData name="宣友 渡邉" userId="35c5ea2c58a33c06" providerId="LiveId" clId="{AA708CAE-695B-4FF6-AAE5-A143F34FC362}" dt="2023-11-16T15:11:40.209" v="8425" actId="1035"/>
          <ac:picMkLst>
            <pc:docMk/>
            <pc:sldMk cId="1858896737" sldId="257"/>
            <ac:picMk id="190" creationId="{73045608-243B-739B-8E4C-DBC7FD560C49}"/>
          </ac:picMkLst>
        </pc:picChg>
        <pc:picChg chg="add mod topLvl">
          <ac:chgData name="宣友 渡邉" userId="35c5ea2c58a33c06" providerId="LiveId" clId="{AA708CAE-695B-4FF6-AAE5-A143F34FC362}" dt="2023-11-16T15:11:40.209" v="8425" actId="1035"/>
          <ac:picMkLst>
            <pc:docMk/>
            <pc:sldMk cId="1858896737" sldId="257"/>
            <ac:picMk id="191" creationId="{B1C154E4-C8DA-C1AE-E273-7D06F0F2A4F7}"/>
          </ac:picMkLst>
        </pc:picChg>
        <pc:picChg chg="add mod topLvl">
          <ac:chgData name="宣友 渡邉" userId="35c5ea2c58a33c06" providerId="LiveId" clId="{AA708CAE-695B-4FF6-AAE5-A143F34FC362}" dt="2023-11-16T15:11:40.209" v="8425" actId="1035"/>
          <ac:picMkLst>
            <pc:docMk/>
            <pc:sldMk cId="1858896737" sldId="257"/>
            <ac:picMk id="193" creationId="{12281607-BE21-E76C-B2EE-03D4F5C85253}"/>
          </ac:picMkLst>
        </pc:picChg>
        <pc:picChg chg="add mod topLvl">
          <ac:chgData name="宣友 渡邉" userId="35c5ea2c58a33c06" providerId="LiveId" clId="{AA708CAE-695B-4FF6-AAE5-A143F34FC362}" dt="2023-11-16T15:11:40.209" v="8425" actId="1035"/>
          <ac:picMkLst>
            <pc:docMk/>
            <pc:sldMk cId="1858896737" sldId="257"/>
            <ac:picMk id="200" creationId="{7F7B8F2B-A549-DDB4-BB5D-D3C4693735A0}"/>
          </ac:picMkLst>
        </pc:picChg>
        <pc:picChg chg="add mod topLvl">
          <ac:chgData name="宣友 渡邉" userId="35c5ea2c58a33c06" providerId="LiveId" clId="{AA708CAE-695B-4FF6-AAE5-A143F34FC362}" dt="2023-11-16T15:11:40.209" v="8425" actId="1035"/>
          <ac:picMkLst>
            <pc:docMk/>
            <pc:sldMk cId="1858896737" sldId="257"/>
            <ac:picMk id="209" creationId="{85FB9E5B-6A33-20C0-9FF9-610FD8533F47}"/>
          </ac:picMkLst>
        </pc:picChg>
        <pc:picChg chg="add mod topLvl">
          <ac:chgData name="宣友 渡邉" userId="35c5ea2c58a33c06" providerId="LiveId" clId="{AA708CAE-695B-4FF6-AAE5-A143F34FC362}" dt="2023-11-16T15:11:40.209" v="8425" actId="1035"/>
          <ac:picMkLst>
            <pc:docMk/>
            <pc:sldMk cId="1858896737" sldId="257"/>
            <ac:picMk id="211" creationId="{97F2A962-3B6B-DA65-492E-A7BBF9CB1A4D}"/>
          </ac:picMkLst>
        </pc:picChg>
        <pc:picChg chg="add mod topLvl">
          <ac:chgData name="宣友 渡邉" userId="35c5ea2c58a33c06" providerId="LiveId" clId="{AA708CAE-695B-4FF6-AAE5-A143F34FC362}" dt="2023-11-16T15:11:40.209" v="8425" actId="1035"/>
          <ac:picMkLst>
            <pc:docMk/>
            <pc:sldMk cId="1858896737" sldId="257"/>
            <ac:picMk id="213" creationId="{C6CD49E8-1A11-F75D-509D-22E86D0111B5}"/>
          </ac:picMkLst>
        </pc:picChg>
        <pc:picChg chg="add del mod">
          <ac:chgData name="宣友 渡邉" userId="35c5ea2c58a33c06" providerId="LiveId" clId="{AA708CAE-695B-4FF6-AAE5-A143F34FC362}" dt="2023-11-15T08:47:19.485" v="2860"/>
          <ac:picMkLst>
            <pc:docMk/>
            <pc:sldMk cId="1858896737" sldId="257"/>
            <ac:picMk id="226" creationId="{AA4CFF5E-A50F-D67A-EC66-E4653655C170}"/>
          </ac:picMkLst>
        </pc:picChg>
        <pc:picChg chg="add mod">
          <ac:chgData name="宣友 渡邉" userId="35c5ea2c58a33c06" providerId="LiveId" clId="{AA708CAE-695B-4FF6-AAE5-A143F34FC362}" dt="2023-11-15T10:14:08.675" v="3417" actId="1076"/>
          <ac:picMkLst>
            <pc:docMk/>
            <pc:sldMk cId="1858896737" sldId="257"/>
            <ac:picMk id="227" creationId="{4BC90D9F-F0AE-499E-C431-0824061482B7}"/>
          </ac:picMkLst>
        </pc:picChg>
        <pc:picChg chg="add mod">
          <ac:chgData name="宣友 渡邉" userId="35c5ea2c58a33c06" providerId="LiveId" clId="{AA708CAE-695B-4FF6-AAE5-A143F34FC362}" dt="2023-11-17T05:33:38.001" v="9042" actId="164"/>
          <ac:picMkLst>
            <pc:docMk/>
            <pc:sldMk cId="1858896737" sldId="257"/>
            <ac:picMk id="228" creationId="{5B41BC1D-A725-5CE2-7871-C55848DCEAE3}"/>
          </ac:picMkLst>
        </pc:picChg>
        <pc:picChg chg="add mod">
          <ac:chgData name="宣友 渡邉" userId="35c5ea2c58a33c06" providerId="LiveId" clId="{AA708CAE-695B-4FF6-AAE5-A143F34FC362}" dt="2023-11-15T12:20:10.200" v="4201" actId="1037"/>
          <ac:picMkLst>
            <pc:docMk/>
            <pc:sldMk cId="1858896737" sldId="257"/>
            <ac:picMk id="255" creationId="{42643670-692F-2727-4D7A-6FC607CF8F07}"/>
          </ac:picMkLst>
        </pc:picChg>
        <pc:picChg chg="add mod">
          <ac:chgData name="宣友 渡邉" userId="35c5ea2c58a33c06" providerId="LiveId" clId="{AA708CAE-695B-4FF6-AAE5-A143F34FC362}" dt="2023-11-15T12:54:11.030" v="4354" actId="1076"/>
          <ac:picMkLst>
            <pc:docMk/>
            <pc:sldMk cId="1858896737" sldId="257"/>
            <ac:picMk id="260" creationId="{095A9D20-6BA8-865C-AE1E-C7B502C34F6E}"/>
          </ac:picMkLst>
        </pc:picChg>
        <pc:picChg chg="add mod ord modCrop">
          <ac:chgData name="宣友 渡邉" userId="35c5ea2c58a33c06" providerId="LiveId" clId="{AA708CAE-695B-4FF6-AAE5-A143F34FC362}" dt="2023-11-15T13:36:07.552" v="5391" actId="1076"/>
          <ac:picMkLst>
            <pc:docMk/>
            <pc:sldMk cId="1858896737" sldId="257"/>
            <ac:picMk id="275" creationId="{846D3E5C-AACB-464F-4E18-F2A0DE607CA9}"/>
          </ac:picMkLst>
        </pc:picChg>
        <pc:picChg chg="add mod modCrop">
          <ac:chgData name="宣友 渡邉" userId="35c5ea2c58a33c06" providerId="LiveId" clId="{AA708CAE-695B-4FF6-AAE5-A143F34FC362}" dt="2023-11-15T12:57:55.380" v="4428" actId="1076"/>
          <ac:picMkLst>
            <pc:docMk/>
            <pc:sldMk cId="1858896737" sldId="257"/>
            <ac:picMk id="282" creationId="{759329C1-A805-A0A6-EFE7-37D7F6CB0BE8}"/>
          </ac:picMkLst>
        </pc:picChg>
        <pc:picChg chg="add del mod">
          <ac:chgData name="宣友 渡邉" userId="35c5ea2c58a33c06" providerId="LiveId" clId="{AA708CAE-695B-4FF6-AAE5-A143F34FC362}" dt="2023-11-15T13:17:34.002" v="4625"/>
          <ac:picMkLst>
            <pc:docMk/>
            <pc:sldMk cId="1858896737" sldId="257"/>
            <ac:picMk id="298" creationId="{3A572D3C-4797-8280-4015-37560352F79E}"/>
          </ac:picMkLst>
        </pc:picChg>
        <pc:picChg chg="add del mod">
          <ac:chgData name="宣友 渡邉" userId="35c5ea2c58a33c06" providerId="LiveId" clId="{AA708CAE-695B-4FF6-AAE5-A143F34FC362}" dt="2023-11-15T13:17:34.002" v="4625"/>
          <ac:picMkLst>
            <pc:docMk/>
            <pc:sldMk cId="1858896737" sldId="257"/>
            <ac:picMk id="306" creationId="{BE3BD7A7-9F27-51FD-8633-F573D5457DF9}"/>
          </ac:picMkLst>
        </pc:picChg>
        <pc:picChg chg="add del mod">
          <ac:chgData name="宣友 渡邉" userId="35c5ea2c58a33c06" providerId="LiveId" clId="{AA708CAE-695B-4FF6-AAE5-A143F34FC362}" dt="2023-11-15T13:17:34.002" v="4625"/>
          <ac:picMkLst>
            <pc:docMk/>
            <pc:sldMk cId="1858896737" sldId="257"/>
            <ac:picMk id="307" creationId="{58042FF6-B508-6AC1-F5CC-EEC247286020}"/>
          </ac:picMkLst>
        </pc:picChg>
        <pc:picChg chg="add del mod">
          <ac:chgData name="宣友 渡邉" userId="35c5ea2c58a33c06" providerId="LiveId" clId="{AA708CAE-695B-4FF6-AAE5-A143F34FC362}" dt="2023-11-15T13:17:34.002" v="4625"/>
          <ac:picMkLst>
            <pc:docMk/>
            <pc:sldMk cId="1858896737" sldId="257"/>
            <ac:picMk id="308" creationId="{D54276BC-5AAD-3B83-EA6A-566965D91398}"/>
          </ac:picMkLst>
        </pc:picChg>
        <pc:picChg chg="add mod">
          <ac:chgData name="宣友 渡邉" userId="35c5ea2c58a33c06" providerId="LiveId" clId="{AA708CAE-695B-4FF6-AAE5-A143F34FC362}" dt="2023-11-15T13:27:31.435" v="4767" actId="1037"/>
          <ac:picMkLst>
            <pc:docMk/>
            <pc:sldMk cId="1858896737" sldId="257"/>
            <ac:picMk id="314" creationId="{39A7765D-A98F-AE91-2918-6A368D647AA6}"/>
          </ac:picMkLst>
        </pc:picChg>
        <pc:picChg chg="add mod">
          <ac:chgData name="宣友 渡邉" userId="35c5ea2c58a33c06" providerId="LiveId" clId="{AA708CAE-695B-4FF6-AAE5-A143F34FC362}" dt="2023-11-15T13:27:31.435" v="4767" actId="1037"/>
          <ac:picMkLst>
            <pc:docMk/>
            <pc:sldMk cId="1858896737" sldId="257"/>
            <ac:picMk id="322" creationId="{05BA37B7-270F-7875-A70C-D383AC77364A}"/>
          </ac:picMkLst>
        </pc:picChg>
        <pc:picChg chg="add mod">
          <ac:chgData name="宣友 渡邉" userId="35c5ea2c58a33c06" providerId="LiveId" clId="{AA708CAE-695B-4FF6-AAE5-A143F34FC362}" dt="2023-11-15T13:27:31.435" v="4767" actId="1037"/>
          <ac:picMkLst>
            <pc:docMk/>
            <pc:sldMk cId="1858896737" sldId="257"/>
            <ac:picMk id="323" creationId="{02EE0935-A278-E823-AE65-54EF93F1FC06}"/>
          </ac:picMkLst>
        </pc:picChg>
        <pc:picChg chg="add mod">
          <ac:chgData name="宣友 渡邉" userId="35c5ea2c58a33c06" providerId="LiveId" clId="{AA708CAE-695B-4FF6-AAE5-A143F34FC362}" dt="2023-11-15T13:27:31.435" v="4767" actId="1037"/>
          <ac:picMkLst>
            <pc:docMk/>
            <pc:sldMk cId="1858896737" sldId="257"/>
            <ac:picMk id="324" creationId="{DF6EB4C6-A30A-3F26-F8EF-B063636B7E87}"/>
          </ac:picMkLst>
        </pc:picChg>
        <pc:picChg chg="add del mod">
          <ac:chgData name="宣友 渡邉" userId="35c5ea2c58a33c06" providerId="LiveId" clId="{AA708CAE-695B-4FF6-AAE5-A143F34FC362}" dt="2023-11-15T13:42:51.630" v="5473"/>
          <ac:picMkLst>
            <pc:docMk/>
            <pc:sldMk cId="1858896737" sldId="257"/>
            <ac:picMk id="393" creationId="{6837AA46-D9BD-EB5C-A207-79FCEBC18B1B}"/>
          </ac:picMkLst>
        </pc:picChg>
        <pc:picChg chg="add del mod">
          <ac:chgData name="宣友 渡邉" userId="35c5ea2c58a33c06" providerId="LiveId" clId="{AA708CAE-695B-4FF6-AAE5-A143F34FC362}" dt="2023-11-15T13:42:51.630" v="5473"/>
          <ac:picMkLst>
            <pc:docMk/>
            <pc:sldMk cId="1858896737" sldId="257"/>
            <ac:picMk id="394" creationId="{C32BB8C7-10F2-1ED8-F7A0-5848CB42D5AC}"/>
          </ac:picMkLst>
        </pc:picChg>
        <pc:picChg chg="add del mod">
          <ac:chgData name="宣友 渡邉" userId="35c5ea2c58a33c06" providerId="LiveId" clId="{AA708CAE-695B-4FF6-AAE5-A143F34FC362}" dt="2023-11-15T13:42:51.630" v="5473"/>
          <ac:picMkLst>
            <pc:docMk/>
            <pc:sldMk cId="1858896737" sldId="257"/>
            <ac:picMk id="395" creationId="{B39EBE41-5BE7-B164-FF1C-BBF543EF307C}"/>
          </ac:picMkLst>
        </pc:picChg>
        <pc:picChg chg="add mod">
          <ac:chgData name="宣友 渡邉" userId="35c5ea2c58a33c06" providerId="LiveId" clId="{AA708CAE-695B-4FF6-AAE5-A143F34FC362}" dt="2023-11-15T13:48:59.010" v="5670" actId="1035"/>
          <ac:picMkLst>
            <pc:docMk/>
            <pc:sldMk cId="1858896737" sldId="257"/>
            <ac:picMk id="396" creationId="{FC73662D-2B8E-79BB-0D5B-7FA03498CD63}"/>
          </ac:picMkLst>
        </pc:picChg>
        <pc:picChg chg="add mod">
          <ac:chgData name="宣友 渡邉" userId="35c5ea2c58a33c06" providerId="LiveId" clId="{AA708CAE-695B-4FF6-AAE5-A143F34FC362}" dt="2023-11-15T13:48:59.010" v="5670" actId="1035"/>
          <ac:picMkLst>
            <pc:docMk/>
            <pc:sldMk cId="1858896737" sldId="257"/>
            <ac:picMk id="397" creationId="{6583AEF4-2A3C-B911-3D95-074B3380CF10}"/>
          </ac:picMkLst>
        </pc:picChg>
        <pc:picChg chg="add mod">
          <ac:chgData name="宣友 渡邉" userId="35c5ea2c58a33c06" providerId="LiveId" clId="{AA708CAE-695B-4FF6-AAE5-A143F34FC362}" dt="2023-11-15T13:48:59.010" v="5670" actId="1035"/>
          <ac:picMkLst>
            <pc:docMk/>
            <pc:sldMk cId="1858896737" sldId="257"/>
            <ac:picMk id="398" creationId="{C10C6C52-FCAE-F302-7532-2F6043000579}"/>
          </ac:picMkLst>
        </pc:picChg>
        <pc:picChg chg="add del mod">
          <ac:chgData name="宣友 渡邉" userId="35c5ea2c58a33c06" providerId="LiveId" clId="{AA708CAE-695B-4FF6-AAE5-A143F34FC362}" dt="2023-11-15T13:51:17.648" v="5727"/>
          <ac:picMkLst>
            <pc:docMk/>
            <pc:sldMk cId="1858896737" sldId="257"/>
            <ac:picMk id="416" creationId="{7AE2E0C1-3AC4-C953-199F-0BDC5E2E8D6B}"/>
          </ac:picMkLst>
        </pc:picChg>
        <pc:picChg chg="add del mod">
          <ac:chgData name="宣友 渡邉" userId="35c5ea2c58a33c06" providerId="LiveId" clId="{AA708CAE-695B-4FF6-AAE5-A143F34FC362}" dt="2023-11-15T13:51:17.648" v="5727"/>
          <ac:picMkLst>
            <pc:docMk/>
            <pc:sldMk cId="1858896737" sldId="257"/>
            <ac:picMk id="444" creationId="{77844654-3982-5298-A48C-E59B964F058F}"/>
          </ac:picMkLst>
        </pc:picChg>
        <pc:picChg chg="add del mod">
          <ac:chgData name="宣友 渡邉" userId="35c5ea2c58a33c06" providerId="LiveId" clId="{AA708CAE-695B-4FF6-AAE5-A143F34FC362}" dt="2023-11-15T13:51:17.648" v="5727"/>
          <ac:picMkLst>
            <pc:docMk/>
            <pc:sldMk cId="1858896737" sldId="257"/>
            <ac:picMk id="445" creationId="{8F7BF200-47B9-CC17-6C48-434D795191D7}"/>
          </ac:picMkLst>
        </pc:picChg>
        <pc:picChg chg="add del mod">
          <ac:chgData name="宣友 渡邉" userId="35c5ea2c58a33c06" providerId="LiveId" clId="{AA708CAE-695B-4FF6-AAE5-A143F34FC362}" dt="2023-11-15T13:51:17.648" v="5727"/>
          <ac:picMkLst>
            <pc:docMk/>
            <pc:sldMk cId="1858896737" sldId="257"/>
            <ac:picMk id="446" creationId="{81431B3F-A07B-AD80-0FBC-F4BF51832BE8}"/>
          </ac:picMkLst>
        </pc:picChg>
        <pc:picChg chg="add mod">
          <ac:chgData name="宣友 渡邉" userId="35c5ea2c58a33c06" providerId="LiveId" clId="{AA708CAE-695B-4FF6-AAE5-A143F34FC362}" dt="2023-11-15T13:51:20.638" v="5729" actId="164"/>
          <ac:picMkLst>
            <pc:docMk/>
            <pc:sldMk cId="1858896737" sldId="257"/>
            <ac:picMk id="460" creationId="{D18679D6-7415-E989-E5C4-725FC762F7BC}"/>
          </ac:picMkLst>
        </pc:picChg>
        <pc:picChg chg="add mod">
          <ac:chgData name="宣友 渡邉" userId="35c5ea2c58a33c06" providerId="LiveId" clId="{AA708CAE-695B-4FF6-AAE5-A143F34FC362}" dt="2023-11-15T13:51:20.638" v="5729" actId="164"/>
          <ac:picMkLst>
            <pc:docMk/>
            <pc:sldMk cId="1858896737" sldId="257"/>
            <ac:picMk id="488" creationId="{155F5EA0-E7B2-36AE-2BD0-813C4337E8BC}"/>
          </ac:picMkLst>
        </pc:picChg>
        <pc:picChg chg="add mod">
          <ac:chgData name="宣友 渡邉" userId="35c5ea2c58a33c06" providerId="LiveId" clId="{AA708CAE-695B-4FF6-AAE5-A143F34FC362}" dt="2023-11-15T13:51:20.638" v="5729" actId="164"/>
          <ac:picMkLst>
            <pc:docMk/>
            <pc:sldMk cId="1858896737" sldId="257"/>
            <ac:picMk id="489" creationId="{ADCD173A-4034-7EBD-6D34-77A1FCF99923}"/>
          </ac:picMkLst>
        </pc:picChg>
        <pc:picChg chg="add mod">
          <ac:chgData name="宣友 渡邉" userId="35c5ea2c58a33c06" providerId="LiveId" clId="{AA708CAE-695B-4FF6-AAE5-A143F34FC362}" dt="2023-11-15T13:51:20.638" v="5729" actId="164"/>
          <ac:picMkLst>
            <pc:docMk/>
            <pc:sldMk cId="1858896737" sldId="257"/>
            <ac:picMk id="490" creationId="{3CE88DCC-E90B-90BE-2C16-8B4839C46564}"/>
          </ac:picMkLst>
        </pc:picChg>
        <pc:cxnChg chg="add del mod">
          <ac:chgData name="宣友 渡邉" userId="35c5ea2c58a33c06" providerId="LiveId" clId="{AA708CAE-695B-4FF6-AAE5-A143F34FC362}" dt="2023-11-15T07:25:37.258" v="2250"/>
          <ac:cxnSpMkLst>
            <pc:docMk/>
            <pc:sldMk cId="1858896737" sldId="257"/>
            <ac:cxnSpMk id="16" creationId="{5775A9C4-5BA0-37FA-BF37-9818B5D17EEF}"/>
          </ac:cxnSpMkLst>
        </pc:cxnChg>
        <pc:cxnChg chg="add del mod">
          <ac:chgData name="宣友 渡邉" userId="35c5ea2c58a33c06" providerId="LiveId" clId="{AA708CAE-695B-4FF6-AAE5-A143F34FC362}" dt="2023-11-15T07:25:37.258" v="2250"/>
          <ac:cxnSpMkLst>
            <pc:docMk/>
            <pc:sldMk cId="1858896737" sldId="257"/>
            <ac:cxnSpMk id="17" creationId="{CDDD0499-C895-4BA9-7EBA-787855E567D5}"/>
          </ac:cxnSpMkLst>
        </pc:cxnChg>
        <pc:cxnChg chg="add mod">
          <ac:chgData name="宣友 渡邉" userId="35c5ea2c58a33c06" providerId="LiveId" clId="{AA708CAE-695B-4FF6-AAE5-A143F34FC362}" dt="2023-11-15T07:26:55.591" v="2264" actId="403"/>
          <ac:cxnSpMkLst>
            <pc:docMk/>
            <pc:sldMk cId="1858896737" sldId="257"/>
            <ac:cxnSpMk id="70" creationId="{97C9D413-523C-1CAB-49AC-17037C0EE177}"/>
          </ac:cxnSpMkLst>
        </pc:cxnChg>
        <pc:cxnChg chg="add mod">
          <ac:chgData name="宣友 渡邉" userId="35c5ea2c58a33c06" providerId="LiveId" clId="{AA708CAE-695B-4FF6-AAE5-A143F34FC362}" dt="2023-11-15T07:26:55.591" v="2264" actId="403"/>
          <ac:cxnSpMkLst>
            <pc:docMk/>
            <pc:sldMk cId="1858896737" sldId="257"/>
            <ac:cxnSpMk id="71" creationId="{2BE9CA7B-CD8F-93D7-0D53-D2289F420F64}"/>
          </ac:cxnSpMkLst>
        </pc:cxnChg>
        <pc:cxnChg chg="add del mod">
          <ac:chgData name="宣友 渡邉" userId="35c5ea2c58a33c06" providerId="LiveId" clId="{AA708CAE-695B-4FF6-AAE5-A143F34FC362}" dt="2023-11-15T07:27:53.161" v="2297"/>
          <ac:cxnSpMkLst>
            <pc:docMk/>
            <pc:sldMk cId="1858896737" sldId="257"/>
            <ac:cxnSpMk id="103" creationId="{D4D4B5C3-A014-975F-2A20-16469AB3D1BA}"/>
          </ac:cxnSpMkLst>
        </pc:cxnChg>
        <pc:cxnChg chg="add del mod">
          <ac:chgData name="宣友 渡邉" userId="35c5ea2c58a33c06" providerId="LiveId" clId="{AA708CAE-695B-4FF6-AAE5-A143F34FC362}" dt="2023-11-15T07:27:53.161" v="2297"/>
          <ac:cxnSpMkLst>
            <pc:docMk/>
            <pc:sldMk cId="1858896737" sldId="257"/>
            <ac:cxnSpMk id="104" creationId="{A383AF66-3124-3B4A-B925-DE5D4BA4B161}"/>
          </ac:cxnSpMkLst>
        </pc:cxnChg>
        <pc:cxnChg chg="add del mod">
          <ac:chgData name="宣友 渡邉" userId="35c5ea2c58a33c06" providerId="LiveId" clId="{AA708CAE-695B-4FF6-AAE5-A143F34FC362}" dt="2023-11-15T07:27:56.944" v="2299"/>
          <ac:cxnSpMkLst>
            <pc:docMk/>
            <pc:sldMk cId="1858896737" sldId="257"/>
            <ac:cxnSpMk id="134" creationId="{B76ACF51-E634-51D8-97E6-FCAE5AD987BA}"/>
          </ac:cxnSpMkLst>
        </pc:cxnChg>
        <pc:cxnChg chg="add del mod">
          <ac:chgData name="宣友 渡邉" userId="35c5ea2c58a33c06" providerId="LiveId" clId="{AA708CAE-695B-4FF6-AAE5-A143F34FC362}" dt="2023-11-15T07:27:56.944" v="2299"/>
          <ac:cxnSpMkLst>
            <pc:docMk/>
            <pc:sldMk cId="1858896737" sldId="257"/>
            <ac:cxnSpMk id="135" creationId="{6843BD5F-6E84-9CE1-F718-73DE4CCE2080}"/>
          </ac:cxnSpMkLst>
        </pc:cxnChg>
        <pc:cxnChg chg="add del mod">
          <ac:chgData name="宣友 渡邉" userId="35c5ea2c58a33c06" providerId="LiveId" clId="{AA708CAE-695B-4FF6-AAE5-A143F34FC362}" dt="2023-11-15T07:28:20.286" v="2303"/>
          <ac:cxnSpMkLst>
            <pc:docMk/>
            <pc:sldMk cId="1858896737" sldId="257"/>
            <ac:cxnSpMk id="169" creationId="{ACFEDC1C-EDF1-F4A2-5D58-83EA2A94A192}"/>
          </ac:cxnSpMkLst>
        </pc:cxnChg>
        <pc:cxnChg chg="add del mod">
          <ac:chgData name="宣友 渡邉" userId="35c5ea2c58a33c06" providerId="LiveId" clId="{AA708CAE-695B-4FF6-AAE5-A143F34FC362}" dt="2023-11-15T07:28:20.286" v="2303"/>
          <ac:cxnSpMkLst>
            <pc:docMk/>
            <pc:sldMk cId="1858896737" sldId="257"/>
            <ac:cxnSpMk id="170" creationId="{61343C4B-2A0E-DD37-CCB8-19CB0E8AB037}"/>
          </ac:cxnSpMkLst>
        </pc:cxnChg>
        <pc:cxnChg chg="add mod topLvl">
          <ac:chgData name="宣友 渡邉" userId="35c5ea2c58a33c06" providerId="LiveId" clId="{AA708CAE-695B-4FF6-AAE5-A143F34FC362}" dt="2023-11-16T15:11:40.209" v="8425" actId="1035"/>
          <ac:cxnSpMkLst>
            <pc:docMk/>
            <pc:sldMk cId="1858896737" sldId="257"/>
            <ac:cxnSpMk id="201" creationId="{2E9D502B-C354-22FF-AD69-AD43DD303640}"/>
          </ac:cxnSpMkLst>
        </pc:cxnChg>
        <pc:cxnChg chg="add mod topLvl">
          <ac:chgData name="宣友 渡邉" userId="35c5ea2c58a33c06" providerId="LiveId" clId="{AA708CAE-695B-4FF6-AAE5-A143F34FC362}" dt="2023-11-16T15:11:40.209" v="8425" actId="1035"/>
          <ac:cxnSpMkLst>
            <pc:docMk/>
            <pc:sldMk cId="1858896737" sldId="257"/>
            <ac:cxnSpMk id="202" creationId="{437E59C5-1732-B50F-EAAF-D822E8AB2A53}"/>
          </ac:cxnSpMkLst>
        </pc:cxnChg>
        <pc:cxnChg chg="add mod ord">
          <ac:chgData name="宣友 渡邉" userId="35c5ea2c58a33c06" providerId="LiveId" clId="{AA708CAE-695B-4FF6-AAE5-A143F34FC362}" dt="2023-11-16T15:11:40.209" v="8425" actId="1035"/>
          <ac:cxnSpMkLst>
            <pc:docMk/>
            <pc:sldMk cId="1858896737" sldId="257"/>
            <ac:cxnSpMk id="222" creationId="{2A621130-240F-594C-9A01-D136389AB416}"/>
          </ac:cxnSpMkLst>
        </pc:cxnChg>
        <pc:cxnChg chg="add del mod ord">
          <ac:chgData name="宣友 渡邉" userId="35c5ea2c58a33c06" providerId="LiveId" clId="{AA708CAE-695B-4FF6-AAE5-A143F34FC362}" dt="2023-11-15T09:56:50.751" v="3268" actId="478"/>
          <ac:cxnSpMkLst>
            <pc:docMk/>
            <pc:sldMk cId="1858896737" sldId="257"/>
            <ac:cxnSpMk id="229" creationId="{B73089D1-AF79-0F0E-D299-349B03BCB3AF}"/>
          </ac:cxnSpMkLst>
        </pc:cxnChg>
        <pc:cxnChg chg="add del mod">
          <ac:chgData name="宣友 渡邉" userId="35c5ea2c58a33c06" providerId="LiveId" clId="{AA708CAE-695B-4FF6-AAE5-A143F34FC362}" dt="2023-11-15T12:54:59.706" v="4360" actId="478"/>
          <ac:cxnSpMkLst>
            <pc:docMk/>
            <pc:sldMk cId="1858896737" sldId="257"/>
            <ac:cxnSpMk id="233" creationId="{46C8EFBF-E418-9492-0F64-3201EA32A093}"/>
          </ac:cxnSpMkLst>
        </pc:cxnChg>
        <pc:cxnChg chg="add mod topLvl">
          <ac:chgData name="宣友 渡邉" userId="35c5ea2c58a33c06" providerId="LiveId" clId="{AA708CAE-695B-4FF6-AAE5-A143F34FC362}" dt="2023-11-15T13:37:16.869" v="5439" actId="164"/>
          <ac:cxnSpMkLst>
            <pc:docMk/>
            <pc:sldMk cId="1858896737" sldId="257"/>
            <ac:cxnSpMk id="235" creationId="{CE1A36A1-D496-CCDC-7190-367CAAB5456B}"/>
          </ac:cxnSpMkLst>
        </pc:cxnChg>
        <pc:cxnChg chg="add mod">
          <ac:chgData name="宣友 渡邉" userId="35c5ea2c58a33c06" providerId="LiveId" clId="{AA708CAE-695B-4FF6-AAE5-A143F34FC362}" dt="2023-11-15T10:13:54.951" v="3408" actId="1035"/>
          <ac:cxnSpMkLst>
            <pc:docMk/>
            <pc:sldMk cId="1858896737" sldId="257"/>
            <ac:cxnSpMk id="238" creationId="{C9D18E0D-861B-8AE8-BBFE-B69D0E23045A}"/>
          </ac:cxnSpMkLst>
        </pc:cxnChg>
        <pc:cxnChg chg="add mod">
          <ac:chgData name="宣友 渡邉" userId="35c5ea2c58a33c06" providerId="LiveId" clId="{AA708CAE-695B-4FF6-AAE5-A143F34FC362}" dt="2023-11-15T10:13:54.951" v="3408" actId="1035"/>
          <ac:cxnSpMkLst>
            <pc:docMk/>
            <pc:sldMk cId="1858896737" sldId="257"/>
            <ac:cxnSpMk id="243" creationId="{FA1A0B85-8263-133F-BEFD-D646A47F59F9}"/>
          </ac:cxnSpMkLst>
        </pc:cxnChg>
        <pc:cxnChg chg="mod">
          <ac:chgData name="宣友 渡邉" userId="35c5ea2c58a33c06" providerId="LiveId" clId="{AA708CAE-695B-4FF6-AAE5-A143F34FC362}" dt="2023-11-15T10:14:50.619" v="3438" actId="571"/>
          <ac:cxnSpMkLst>
            <pc:docMk/>
            <pc:sldMk cId="1858896737" sldId="257"/>
            <ac:cxnSpMk id="246" creationId="{4DDFD6F6-DDB5-D9BE-8724-CFB8C4E479EC}"/>
          </ac:cxnSpMkLst>
        </pc:cxnChg>
        <pc:cxnChg chg="add mod">
          <ac:chgData name="宣友 渡邉" userId="35c5ea2c58a33c06" providerId="LiveId" clId="{AA708CAE-695B-4FF6-AAE5-A143F34FC362}" dt="2023-11-15T12:53:03.555" v="4336" actId="14100"/>
          <ac:cxnSpMkLst>
            <pc:docMk/>
            <pc:sldMk cId="1858896737" sldId="257"/>
            <ac:cxnSpMk id="258" creationId="{32CFCE4B-05D4-6577-82C3-C6AD3AFB35CF}"/>
          </ac:cxnSpMkLst>
        </pc:cxnChg>
        <pc:cxnChg chg="add del mod">
          <ac:chgData name="宣友 渡邉" userId="35c5ea2c58a33c06" providerId="LiveId" clId="{AA708CAE-695B-4FF6-AAE5-A143F34FC362}" dt="2023-11-15T12:53:17.586" v="4340" actId="478"/>
          <ac:cxnSpMkLst>
            <pc:docMk/>
            <pc:sldMk cId="1858896737" sldId="257"/>
            <ac:cxnSpMk id="270" creationId="{32E312C7-F14F-E142-6BB7-1A0EDF618EA0}"/>
          </ac:cxnSpMkLst>
        </pc:cxnChg>
        <pc:cxnChg chg="add mod">
          <ac:chgData name="宣友 渡邉" userId="35c5ea2c58a33c06" providerId="LiveId" clId="{AA708CAE-695B-4FF6-AAE5-A143F34FC362}" dt="2023-11-15T12:53:26.367" v="4341" actId="571"/>
          <ac:cxnSpMkLst>
            <pc:docMk/>
            <pc:sldMk cId="1858896737" sldId="257"/>
            <ac:cxnSpMk id="278" creationId="{B54BF61E-EA30-BC6C-4F07-756510A6BE20}"/>
          </ac:cxnSpMkLst>
        </pc:cxnChg>
        <pc:cxnChg chg="add mod ord">
          <ac:chgData name="宣友 渡邉" userId="35c5ea2c58a33c06" providerId="LiveId" clId="{AA708CAE-695B-4FF6-AAE5-A143F34FC362}" dt="2023-11-15T12:55:10.048" v="4362" actId="167"/>
          <ac:cxnSpMkLst>
            <pc:docMk/>
            <pc:sldMk cId="1858896737" sldId="257"/>
            <ac:cxnSpMk id="279" creationId="{5FF9A278-5694-D0E6-57CA-9B310A0C177B}"/>
          </ac:cxnSpMkLst>
        </pc:cxnChg>
        <pc:cxnChg chg="add del mod">
          <ac:chgData name="宣友 渡邉" userId="35c5ea2c58a33c06" providerId="LiveId" clId="{AA708CAE-695B-4FF6-AAE5-A143F34FC362}" dt="2023-11-15T13:41:42.125" v="5465" actId="478"/>
          <ac:cxnSpMkLst>
            <pc:docMk/>
            <pc:sldMk cId="1858896737" sldId="257"/>
            <ac:cxnSpMk id="384" creationId="{B3093CAE-F84C-08C6-9C2F-41FA6D90A910}"/>
          </ac:cxnSpMkLst>
        </pc:cxnChg>
        <pc:cxnChg chg="add mod">
          <ac:chgData name="宣友 渡邉" userId="35c5ea2c58a33c06" providerId="LiveId" clId="{AA708CAE-695B-4FF6-AAE5-A143F34FC362}" dt="2023-11-15T13:35:50.157" v="5389" actId="1036"/>
          <ac:cxnSpMkLst>
            <pc:docMk/>
            <pc:sldMk cId="1858896737" sldId="257"/>
            <ac:cxnSpMk id="386" creationId="{7DB53DB4-4D46-E700-3E90-04DAD549FF74}"/>
          </ac:cxnSpMkLst>
        </pc:cxnChg>
        <pc:cxnChg chg="mod">
          <ac:chgData name="宣友 渡邉" userId="35c5ea2c58a33c06" providerId="LiveId" clId="{AA708CAE-695B-4FF6-AAE5-A143F34FC362}" dt="2023-11-15T13:37:45.807" v="5442" actId="571"/>
          <ac:cxnSpMkLst>
            <pc:docMk/>
            <pc:sldMk cId="1858896737" sldId="257"/>
            <ac:cxnSpMk id="391" creationId="{91052E36-4693-F4B3-3EF7-BD68C0E09914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23" creationId="{DF87A81B-8C2B-B6D3-4AC2-C9E12B1DCDE9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25" creationId="{7DFEB461-2859-4787-B0C4-E11649708560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30" creationId="{696CD500-4CAD-69F0-AD2B-5E3086D267F6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31" creationId="{FEB5DFDF-EA5B-0CEB-56CE-EFA40DF7C50E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35" creationId="{6F8DE5CA-F76D-D47D-D4EB-F52AF813F3FB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36" creationId="{238A6446-B1CA-6D2B-40A2-509E49E3FE7E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37" creationId="{9163BAD3-E118-8CC4-3CDF-9C7C92A2181E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41" creationId="{E8D3371E-8186-587B-27B9-753336BA5B21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42" creationId="{1E77D3B3-EAF7-3A7F-475E-E42B55E33964}"/>
          </ac:cxnSpMkLst>
        </pc:cxnChg>
        <pc:cxnChg chg="mod">
          <ac:chgData name="宣友 渡邉" userId="35c5ea2c58a33c06" providerId="LiveId" clId="{AA708CAE-695B-4FF6-AAE5-A143F34FC362}" dt="2023-11-15T13:51:10.311" v="5724"/>
          <ac:cxnSpMkLst>
            <pc:docMk/>
            <pc:sldMk cId="1858896737" sldId="257"/>
            <ac:cxnSpMk id="443" creationId="{474B1D2F-F58A-6CF5-6CBC-36DAC6C9C588}"/>
          </ac:cxnSpMkLst>
        </pc:cxnChg>
        <pc:cxnChg chg="add del mod">
          <ac:chgData name="宣友 渡邉" userId="35c5ea2c58a33c06" providerId="LiveId" clId="{AA708CAE-695B-4FF6-AAE5-A143F34FC362}" dt="2023-11-15T13:51:17.648" v="5727"/>
          <ac:cxnSpMkLst>
            <pc:docMk/>
            <pc:sldMk cId="1858896737" sldId="257"/>
            <ac:cxnSpMk id="450" creationId="{CBD57CBC-9ECC-8A55-D9F8-31537EB8E93F}"/>
          </ac:cxnSpMkLst>
        </pc:cxnChg>
        <pc:cxnChg chg="add del mod">
          <ac:chgData name="宣友 渡邉" userId="35c5ea2c58a33c06" providerId="LiveId" clId="{AA708CAE-695B-4FF6-AAE5-A143F34FC362}" dt="2023-11-15T13:51:17.648" v="5727"/>
          <ac:cxnSpMkLst>
            <pc:docMk/>
            <pc:sldMk cId="1858896737" sldId="257"/>
            <ac:cxnSpMk id="451" creationId="{D29EC8FB-2384-784C-BB24-4B1597DCD2B8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67" creationId="{71F4FC32-BECD-5E6A-A851-FB8B3997D06B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69" creationId="{B01E40B9-24B6-FD97-2D21-6F610FF76FCA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74" creationId="{E3572B74-2C46-F312-D338-A91AE189B3FC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75" creationId="{FCD8DF23-0FA0-6EA6-DDEB-DFB6A71147D9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79" creationId="{22B5E771-E47A-F827-F089-540099F105DF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80" creationId="{32FC8B03-C569-9814-E229-6CD3788AF5A3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81" creationId="{DE9F1DFC-B30A-2DC2-26C0-BB24F1D9A883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85" creationId="{2A4E6529-B456-CA40-2325-2B63EBD14F9B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86" creationId="{FA03D41B-C173-EF5D-7ACE-9A06F92D3BD8}"/>
          </ac:cxnSpMkLst>
        </pc:cxnChg>
        <pc:cxnChg chg="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87" creationId="{2F3A80A0-8E12-5936-9191-BFE9A6EF8717}"/>
          </ac:cxnSpMkLst>
        </pc:cxnChg>
        <pc:cxnChg chg="add 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94" creationId="{D777D745-28E1-2411-EF11-BF3C635C5D93}"/>
          </ac:cxnSpMkLst>
        </pc:cxnChg>
        <pc:cxnChg chg="add mod">
          <ac:chgData name="宣友 渡邉" userId="35c5ea2c58a33c06" providerId="LiveId" clId="{AA708CAE-695B-4FF6-AAE5-A143F34FC362}" dt="2023-11-15T13:55:40.685" v="5748" actId="478"/>
          <ac:cxnSpMkLst>
            <pc:docMk/>
            <pc:sldMk cId="1858896737" sldId="257"/>
            <ac:cxnSpMk id="495" creationId="{D9C8099F-B0E5-C8F5-B42F-EBE90F445DE3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6C55D-6DF9-43EE-BBD3-7F3524075FA5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09800" y="1233488"/>
            <a:ext cx="23161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2D9DF-8DAC-4697-B0D9-D12F6EE7E7D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4231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160270" y="12862450"/>
            <a:ext cx="24483060" cy="887527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4320540" y="23462932"/>
            <a:ext cx="20162520" cy="10581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053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0106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016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021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026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032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037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042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590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990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275286" y="26606668"/>
            <a:ext cx="24483060" cy="8223528"/>
          </a:xfrm>
        </p:spPr>
        <p:txBody>
          <a:bodyPr anchor="t"/>
          <a:lstStyle>
            <a:lvl1pPr algn="l">
              <a:defRPr sz="176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2275286" y="17549282"/>
            <a:ext cx="24483060" cy="9057379"/>
          </a:xfrm>
        </p:spPr>
        <p:txBody>
          <a:bodyPr anchor="b"/>
          <a:lstStyle>
            <a:lvl1pPr marL="0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1pPr>
            <a:lvl2pPr marL="2005336" indent="0">
              <a:buNone/>
              <a:defRPr sz="7900">
                <a:solidFill>
                  <a:schemeClr val="tx1">
                    <a:tint val="75000"/>
                  </a:schemeClr>
                </a:solidFill>
              </a:defRPr>
            </a:lvl2pPr>
            <a:lvl3pPr marL="4010676" indent="0">
              <a:buNone/>
              <a:defRPr sz="7000">
                <a:solidFill>
                  <a:schemeClr val="tx1">
                    <a:tint val="75000"/>
                  </a:schemeClr>
                </a:solidFill>
              </a:defRPr>
            </a:lvl3pPr>
            <a:lvl4pPr marL="6016012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4pPr>
            <a:lvl5pPr marL="8021348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5pPr>
            <a:lvl6pPr marL="10026688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6pPr>
            <a:lvl7pPr marL="12032024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7pPr>
            <a:lvl8pPr marL="14037361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8pPr>
            <a:lvl9pPr marL="16042700" indent="0">
              <a:buNone/>
              <a:defRPr sz="6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17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770601" y="60305871"/>
            <a:ext cx="42680336" cy="170566318"/>
          </a:xfrm>
        </p:spPr>
        <p:txBody>
          <a:bodyPr/>
          <a:lstStyle>
            <a:lvl1pPr>
              <a:defRPr sz="12300"/>
            </a:lvl1pPr>
            <a:lvl2pPr>
              <a:defRPr sz="10600"/>
            </a:lvl2pPr>
            <a:lvl3pPr>
              <a:defRPr sz="8700"/>
            </a:lvl3pPr>
            <a:lvl4pPr>
              <a:defRPr sz="7900"/>
            </a:lvl4pPr>
            <a:lvl5pPr>
              <a:defRPr sz="7900"/>
            </a:lvl5pPr>
            <a:lvl6pPr>
              <a:defRPr sz="7900"/>
            </a:lvl6pPr>
            <a:lvl7pPr>
              <a:defRPr sz="7900"/>
            </a:lvl7pPr>
            <a:lvl8pPr>
              <a:defRPr sz="7900"/>
            </a:lvl8pPr>
            <a:lvl9pPr>
              <a:defRPr sz="7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7930992" y="60305871"/>
            <a:ext cx="42680333" cy="170566318"/>
          </a:xfrm>
        </p:spPr>
        <p:txBody>
          <a:bodyPr/>
          <a:lstStyle>
            <a:lvl1pPr>
              <a:defRPr sz="12300"/>
            </a:lvl1pPr>
            <a:lvl2pPr>
              <a:defRPr sz="10600"/>
            </a:lvl2pPr>
            <a:lvl3pPr>
              <a:defRPr sz="8700"/>
            </a:lvl3pPr>
            <a:lvl4pPr>
              <a:defRPr sz="7900"/>
            </a:lvl4pPr>
            <a:lvl5pPr>
              <a:defRPr sz="7900"/>
            </a:lvl5pPr>
            <a:lvl6pPr>
              <a:defRPr sz="7900"/>
            </a:lvl6pPr>
            <a:lvl7pPr>
              <a:defRPr sz="7900"/>
            </a:lvl7pPr>
            <a:lvl8pPr>
              <a:defRPr sz="7900"/>
            </a:lvl8pPr>
            <a:lvl9pPr>
              <a:defRPr sz="7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376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440180" y="1658127"/>
            <a:ext cx="25923240" cy="6900862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440180" y="9268246"/>
            <a:ext cx="12726592" cy="3862563"/>
          </a:xfrm>
        </p:spPr>
        <p:txBody>
          <a:bodyPr anchor="b"/>
          <a:lstStyle>
            <a:lvl1pPr marL="0" indent="0">
              <a:buNone/>
              <a:defRPr sz="10600" b="1"/>
            </a:lvl1pPr>
            <a:lvl2pPr marL="2005336" indent="0">
              <a:buNone/>
              <a:defRPr sz="8700" b="1"/>
            </a:lvl2pPr>
            <a:lvl3pPr marL="4010676" indent="0">
              <a:buNone/>
              <a:defRPr sz="7900" b="1"/>
            </a:lvl3pPr>
            <a:lvl4pPr marL="6016012" indent="0">
              <a:buNone/>
              <a:defRPr sz="7000" b="1"/>
            </a:lvl4pPr>
            <a:lvl5pPr marL="8021348" indent="0">
              <a:buNone/>
              <a:defRPr sz="7000" b="1"/>
            </a:lvl5pPr>
            <a:lvl6pPr marL="10026688" indent="0">
              <a:buNone/>
              <a:defRPr sz="7000" b="1"/>
            </a:lvl6pPr>
            <a:lvl7pPr marL="12032024" indent="0">
              <a:buNone/>
              <a:defRPr sz="7000" b="1"/>
            </a:lvl7pPr>
            <a:lvl8pPr marL="14037361" indent="0">
              <a:buNone/>
              <a:defRPr sz="7000" b="1"/>
            </a:lvl8pPr>
            <a:lvl9pPr marL="16042700" indent="0">
              <a:buNone/>
              <a:defRPr sz="70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440180" y="13130808"/>
            <a:ext cx="12726592" cy="23855901"/>
          </a:xfrm>
        </p:spPr>
        <p:txBody>
          <a:bodyPr/>
          <a:lstStyle>
            <a:lvl1pPr>
              <a:defRPr sz="10600"/>
            </a:lvl1pPr>
            <a:lvl2pPr>
              <a:defRPr sz="8700"/>
            </a:lvl2pPr>
            <a:lvl3pPr>
              <a:defRPr sz="79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14631830" y="9268246"/>
            <a:ext cx="12731592" cy="3862563"/>
          </a:xfrm>
        </p:spPr>
        <p:txBody>
          <a:bodyPr anchor="b"/>
          <a:lstStyle>
            <a:lvl1pPr marL="0" indent="0">
              <a:buNone/>
              <a:defRPr sz="10600" b="1"/>
            </a:lvl1pPr>
            <a:lvl2pPr marL="2005336" indent="0">
              <a:buNone/>
              <a:defRPr sz="8700" b="1"/>
            </a:lvl2pPr>
            <a:lvl3pPr marL="4010676" indent="0">
              <a:buNone/>
              <a:defRPr sz="7900" b="1"/>
            </a:lvl3pPr>
            <a:lvl4pPr marL="6016012" indent="0">
              <a:buNone/>
              <a:defRPr sz="7000" b="1"/>
            </a:lvl4pPr>
            <a:lvl5pPr marL="8021348" indent="0">
              <a:buNone/>
              <a:defRPr sz="7000" b="1"/>
            </a:lvl5pPr>
            <a:lvl6pPr marL="10026688" indent="0">
              <a:buNone/>
              <a:defRPr sz="7000" b="1"/>
            </a:lvl6pPr>
            <a:lvl7pPr marL="12032024" indent="0">
              <a:buNone/>
              <a:defRPr sz="7000" b="1"/>
            </a:lvl7pPr>
            <a:lvl8pPr marL="14037361" indent="0">
              <a:buNone/>
              <a:defRPr sz="7000" b="1"/>
            </a:lvl8pPr>
            <a:lvl9pPr marL="16042700" indent="0">
              <a:buNone/>
              <a:defRPr sz="70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14631830" y="13130808"/>
            <a:ext cx="12731592" cy="23855901"/>
          </a:xfrm>
        </p:spPr>
        <p:txBody>
          <a:bodyPr/>
          <a:lstStyle>
            <a:lvl1pPr>
              <a:defRPr sz="10600"/>
            </a:lvl1pPr>
            <a:lvl2pPr>
              <a:defRPr sz="8700"/>
            </a:lvl2pPr>
            <a:lvl3pPr>
              <a:defRPr sz="7900"/>
            </a:lvl3pPr>
            <a:lvl4pPr>
              <a:defRPr sz="7000"/>
            </a:lvl4pPr>
            <a:lvl5pPr>
              <a:defRPr sz="7000"/>
            </a:lvl5pPr>
            <a:lvl6pPr>
              <a:defRPr sz="7000"/>
            </a:lvl6pPr>
            <a:lvl7pPr>
              <a:defRPr sz="7000"/>
            </a:lvl7pPr>
            <a:lvl8pPr>
              <a:defRPr sz="7000"/>
            </a:lvl8pPr>
            <a:lvl9pPr>
              <a:defRPr sz="7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773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0741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4260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440185" y="1648539"/>
            <a:ext cx="9476186" cy="7015877"/>
          </a:xfrm>
        </p:spPr>
        <p:txBody>
          <a:bodyPr anchor="b"/>
          <a:lstStyle>
            <a:lvl1pPr algn="l">
              <a:defRPr sz="87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1261408" y="1648548"/>
            <a:ext cx="16102012" cy="35338170"/>
          </a:xfrm>
        </p:spPr>
        <p:txBody>
          <a:bodyPr/>
          <a:lstStyle>
            <a:lvl1pPr>
              <a:defRPr sz="14000"/>
            </a:lvl1pPr>
            <a:lvl2pPr>
              <a:defRPr sz="12300"/>
            </a:lvl2pPr>
            <a:lvl3pPr>
              <a:defRPr sz="106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440185" y="8664426"/>
            <a:ext cx="9476186" cy="28322293"/>
          </a:xfrm>
        </p:spPr>
        <p:txBody>
          <a:bodyPr/>
          <a:lstStyle>
            <a:lvl1pPr marL="0" indent="0">
              <a:buNone/>
              <a:defRPr sz="6100"/>
            </a:lvl1pPr>
            <a:lvl2pPr marL="2005336" indent="0">
              <a:buNone/>
              <a:defRPr sz="5300"/>
            </a:lvl2pPr>
            <a:lvl3pPr marL="4010676" indent="0">
              <a:buNone/>
              <a:defRPr sz="4400"/>
            </a:lvl3pPr>
            <a:lvl4pPr marL="6016012" indent="0">
              <a:buNone/>
              <a:defRPr sz="3900"/>
            </a:lvl4pPr>
            <a:lvl5pPr marL="8021348" indent="0">
              <a:buNone/>
              <a:defRPr sz="3900"/>
            </a:lvl5pPr>
            <a:lvl6pPr marL="10026688" indent="0">
              <a:buNone/>
              <a:defRPr sz="3900"/>
            </a:lvl6pPr>
            <a:lvl7pPr marL="12032024" indent="0">
              <a:buNone/>
              <a:defRPr sz="3900"/>
            </a:lvl7pPr>
            <a:lvl8pPr marL="14037361" indent="0">
              <a:buNone/>
              <a:defRPr sz="3900"/>
            </a:lvl8pPr>
            <a:lvl9pPr marL="16042700" indent="0">
              <a:buNone/>
              <a:defRPr sz="3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2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645708" y="28983623"/>
            <a:ext cx="17282160" cy="3421681"/>
          </a:xfrm>
        </p:spPr>
        <p:txBody>
          <a:bodyPr anchor="b"/>
          <a:lstStyle>
            <a:lvl1pPr algn="l">
              <a:defRPr sz="87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645708" y="3699630"/>
            <a:ext cx="17282160" cy="24843105"/>
          </a:xfrm>
        </p:spPr>
        <p:txBody>
          <a:bodyPr/>
          <a:lstStyle>
            <a:lvl1pPr marL="0" indent="0">
              <a:buNone/>
              <a:defRPr sz="14000"/>
            </a:lvl1pPr>
            <a:lvl2pPr marL="2005336" indent="0">
              <a:buNone/>
              <a:defRPr sz="12300"/>
            </a:lvl2pPr>
            <a:lvl3pPr marL="4010676" indent="0">
              <a:buNone/>
              <a:defRPr sz="10600"/>
            </a:lvl3pPr>
            <a:lvl4pPr marL="6016012" indent="0">
              <a:buNone/>
              <a:defRPr sz="8700"/>
            </a:lvl4pPr>
            <a:lvl5pPr marL="8021348" indent="0">
              <a:buNone/>
              <a:defRPr sz="8700"/>
            </a:lvl5pPr>
            <a:lvl6pPr marL="10026688" indent="0">
              <a:buNone/>
              <a:defRPr sz="8700"/>
            </a:lvl6pPr>
            <a:lvl7pPr marL="12032024" indent="0">
              <a:buNone/>
              <a:defRPr sz="8700"/>
            </a:lvl7pPr>
            <a:lvl8pPr marL="14037361" indent="0">
              <a:buNone/>
              <a:defRPr sz="8700"/>
            </a:lvl8pPr>
            <a:lvl9pPr marL="16042700" indent="0">
              <a:buNone/>
              <a:defRPr sz="87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645708" y="32405304"/>
            <a:ext cx="17282160" cy="4859354"/>
          </a:xfrm>
        </p:spPr>
        <p:txBody>
          <a:bodyPr/>
          <a:lstStyle>
            <a:lvl1pPr marL="0" indent="0">
              <a:buNone/>
              <a:defRPr sz="6100"/>
            </a:lvl1pPr>
            <a:lvl2pPr marL="2005336" indent="0">
              <a:buNone/>
              <a:defRPr sz="5300"/>
            </a:lvl2pPr>
            <a:lvl3pPr marL="4010676" indent="0">
              <a:buNone/>
              <a:defRPr sz="4400"/>
            </a:lvl3pPr>
            <a:lvl4pPr marL="6016012" indent="0">
              <a:buNone/>
              <a:defRPr sz="3900"/>
            </a:lvl4pPr>
            <a:lvl5pPr marL="8021348" indent="0">
              <a:buNone/>
              <a:defRPr sz="3900"/>
            </a:lvl5pPr>
            <a:lvl6pPr marL="10026688" indent="0">
              <a:buNone/>
              <a:defRPr sz="3900"/>
            </a:lvl6pPr>
            <a:lvl7pPr marL="12032024" indent="0">
              <a:buNone/>
              <a:defRPr sz="3900"/>
            </a:lvl7pPr>
            <a:lvl8pPr marL="14037361" indent="0">
              <a:buNone/>
              <a:defRPr sz="3900"/>
            </a:lvl8pPr>
            <a:lvl9pPr marL="16042700" indent="0">
              <a:buNone/>
              <a:defRPr sz="3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3303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586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9153645" y="10351294"/>
            <a:ext cx="21457680" cy="22052089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770602" y="10351294"/>
            <a:ext cx="63902988" cy="22052089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21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440180" y="1658127"/>
            <a:ext cx="25923240" cy="6900862"/>
          </a:xfrm>
          <a:prstGeom prst="rect">
            <a:avLst/>
          </a:prstGeom>
        </p:spPr>
        <p:txBody>
          <a:bodyPr vert="horz" lIns="401067" tIns="200533" rIns="401067" bIns="200533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440180" y="9661216"/>
            <a:ext cx="25923240" cy="27325502"/>
          </a:xfrm>
          <a:prstGeom prst="rect">
            <a:avLst/>
          </a:prstGeom>
        </p:spPr>
        <p:txBody>
          <a:bodyPr vert="horz" lIns="401067" tIns="200533" rIns="401067" bIns="200533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1440180" y="38376472"/>
            <a:ext cx="6720840" cy="2204443"/>
          </a:xfrm>
          <a:prstGeom prst="rect">
            <a:avLst/>
          </a:prstGeom>
        </p:spPr>
        <p:txBody>
          <a:bodyPr vert="horz" lIns="401067" tIns="200533" rIns="401067" bIns="200533" rtlCol="0" anchor="ctr"/>
          <a:lstStyle>
            <a:lvl1pPr algn="l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9983CC-C5CD-4660-8EFA-84CE1102611A}" type="datetimeFigureOut">
              <a:rPr kumimoji="1" lang="ja-JP" altLang="en-US" smtClean="0"/>
              <a:t>2023/11/17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9841230" y="38376472"/>
            <a:ext cx="9121140" cy="2204443"/>
          </a:xfrm>
          <a:prstGeom prst="rect">
            <a:avLst/>
          </a:prstGeom>
        </p:spPr>
        <p:txBody>
          <a:bodyPr vert="horz" lIns="401067" tIns="200533" rIns="401067" bIns="200533" rtlCol="0" anchor="ctr"/>
          <a:lstStyle>
            <a:lvl1pPr algn="ct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20642580" y="38376472"/>
            <a:ext cx="6720840" cy="2204443"/>
          </a:xfrm>
          <a:prstGeom prst="rect">
            <a:avLst/>
          </a:prstGeom>
        </p:spPr>
        <p:txBody>
          <a:bodyPr vert="horz" lIns="401067" tIns="200533" rIns="401067" bIns="200533" rtlCol="0" anchor="ctr"/>
          <a:lstStyle>
            <a:lvl1pPr algn="r">
              <a:defRPr sz="5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ADCC8-0883-400D-AF1A-E5CCD24E498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932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010676" rtl="0" eaLnBrk="1" latinLnBrk="0" hangingPunct="1">
        <a:spcBef>
          <a:spcPct val="0"/>
        </a:spcBef>
        <a:buNone/>
        <a:defRPr kumimoji="1" sz="19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04004" indent="-1504004" algn="l" defTabSz="401067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14000" kern="1200">
          <a:solidFill>
            <a:schemeClr val="tx1"/>
          </a:solidFill>
          <a:latin typeface="+mn-lt"/>
          <a:ea typeface="+mn-ea"/>
          <a:cs typeface="+mn-cs"/>
        </a:defRPr>
      </a:lvl1pPr>
      <a:lvl2pPr marL="3258672" indent="-1253336" algn="l" defTabSz="401067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12300" kern="1200">
          <a:solidFill>
            <a:schemeClr val="tx1"/>
          </a:solidFill>
          <a:latin typeface="+mn-lt"/>
          <a:ea typeface="+mn-ea"/>
          <a:cs typeface="+mn-cs"/>
        </a:defRPr>
      </a:lvl2pPr>
      <a:lvl3pPr marL="5013344" indent="-1002668" algn="l" defTabSz="401067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10600" kern="1200">
          <a:solidFill>
            <a:schemeClr val="tx1"/>
          </a:solidFill>
          <a:latin typeface="+mn-lt"/>
          <a:ea typeface="+mn-ea"/>
          <a:cs typeface="+mn-cs"/>
        </a:defRPr>
      </a:lvl3pPr>
      <a:lvl4pPr marL="7018680" indent="-1002668" algn="l" defTabSz="4010676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024020" indent="-1002668" algn="l" defTabSz="4010676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1029356" indent="-1002668" algn="l" defTabSz="401067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034693" indent="-1002668" algn="l" defTabSz="401067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040032" indent="-1002668" algn="l" defTabSz="401067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045369" indent="-1002668" algn="l" defTabSz="4010676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8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1pPr>
      <a:lvl2pPr marL="2005336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2pPr>
      <a:lvl3pPr marL="4010676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3pPr>
      <a:lvl4pPr marL="6016012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4pPr>
      <a:lvl5pPr marL="8021348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5pPr>
      <a:lvl6pPr marL="10026688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6pPr>
      <a:lvl7pPr marL="12032024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7pPr>
      <a:lvl8pPr marL="14037361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8pPr>
      <a:lvl9pPr marL="16042700" algn="l" defTabSz="4010676" rtl="0" eaLnBrk="1" latinLnBrk="0" hangingPunct="1">
        <a:defRPr kumimoji="1" sz="7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四角形: 角を丸くする 224">
            <a:extLst>
              <a:ext uri="{FF2B5EF4-FFF2-40B4-BE49-F238E27FC236}">
                <a16:creationId xmlns:a16="http://schemas.microsoft.com/office/drawing/2014/main" id="{66CB2335-2764-2641-9BB9-6B943AC5C355}"/>
              </a:ext>
            </a:extLst>
          </p:cNvPr>
          <p:cNvSpPr/>
          <p:nvPr/>
        </p:nvSpPr>
        <p:spPr>
          <a:xfrm>
            <a:off x="20011731" y="29630657"/>
            <a:ext cx="8651193" cy="8035111"/>
          </a:xfrm>
          <a:prstGeom prst="roundRect">
            <a:avLst>
              <a:gd name="adj" fmla="val 908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79" name="直線コネクタ 278">
            <a:extLst>
              <a:ext uri="{FF2B5EF4-FFF2-40B4-BE49-F238E27FC236}">
                <a16:creationId xmlns:a16="http://schemas.microsoft.com/office/drawing/2014/main" id="{5FF9A278-5694-D0E6-57CA-9B310A0C177B}"/>
              </a:ext>
            </a:extLst>
          </p:cNvPr>
          <p:cNvCxnSpPr>
            <a:cxnSpLocks/>
          </p:cNvCxnSpPr>
          <p:nvPr/>
        </p:nvCxnSpPr>
        <p:spPr>
          <a:xfrm flipV="1">
            <a:off x="1907901" y="18407456"/>
            <a:ext cx="10765706" cy="176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5" name="図 274">
            <a:extLst>
              <a:ext uri="{FF2B5EF4-FFF2-40B4-BE49-F238E27FC236}">
                <a16:creationId xmlns:a16="http://schemas.microsoft.com/office/drawing/2014/main" id="{846D3E5C-AACB-464F-4E18-F2A0DE607C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7" r="-1" b="-1241"/>
          <a:stretch/>
        </p:blipFill>
        <p:spPr>
          <a:xfrm>
            <a:off x="9259203" y="25549166"/>
            <a:ext cx="4215280" cy="3172939"/>
          </a:xfrm>
          <a:prstGeom prst="rect">
            <a:avLst/>
          </a:prstGeom>
        </p:spPr>
      </p:pic>
      <p:cxnSp>
        <p:nvCxnSpPr>
          <p:cNvPr id="222" name="直線コネクタ 221">
            <a:extLst>
              <a:ext uri="{FF2B5EF4-FFF2-40B4-BE49-F238E27FC236}">
                <a16:creationId xmlns:a16="http://schemas.microsoft.com/office/drawing/2014/main" id="{2A621130-240F-594C-9A01-D136389AB416}"/>
              </a:ext>
            </a:extLst>
          </p:cNvPr>
          <p:cNvCxnSpPr>
            <a:cxnSpLocks/>
          </p:cNvCxnSpPr>
          <p:nvPr/>
        </p:nvCxnSpPr>
        <p:spPr>
          <a:xfrm>
            <a:off x="7056984" y="4524378"/>
            <a:ext cx="1483364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角丸四角形 139"/>
          <p:cNvSpPr/>
          <p:nvPr/>
        </p:nvSpPr>
        <p:spPr>
          <a:xfrm>
            <a:off x="7849072" y="12493675"/>
            <a:ext cx="6786757" cy="5108733"/>
          </a:xfrm>
          <a:prstGeom prst="roundRect">
            <a:avLst>
              <a:gd name="adj" fmla="val 6025"/>
            </a:avLst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t"/>
          <a:lstStyle/>
          <a:p>
            <a:pPr marL="548926" indent="-548926">
              <a:buFont typeface="Wingdings" panose="05000000000000000000" pitchFamily="2" charset="2"/>
              <a:buChar char="l"/>
            </a:pP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被検者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28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人</a:t>
            </a:r>
          </a:p>
          <a:p>
            <a:pPr marL="548926" indent="-548926">
              <a:buFont typeface="Wingdings" panose="05000000000000000000" pitchFamily="2" charset="2"/>
              <a:buChar char="l"/>
            </a:pP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LiDAR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は地面からの高さが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ja-JP" sz="3600" dirty="0">
                <a:solidFill>
                  <a:schemeClr val="tx1"/>
                </a:solidFill>
                <a:latin typeface="+mn-ea"/>
              </a:rPr>
            </a:b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約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15cm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の位置に設置</a:t>
            </a:r>
          </a:p>
          <a:p>
            <a:pPr marL="548926" indent="-548926">
              <a:buFont typeface="Wingdings" panose="05000000000000000000" pitchFamily="2" charset="2"/>
              <a:buChar char="l"/>
            </a:pP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LiDAR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の測定範囲を出入り</a:t>
            </a:r>
          </a:p>
          <a:p>
            <a:pPr marL="548926" indent="-548926">
              <a:buFont typeface="Wingdings" panose="05000000000000000000" pitchFamily="2" charset="2"/>
              <a:buChar char="l"/>
            </a:pP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至適歩行速度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ja-JP" sz="3600" dirty="0">
                <a:solidFill>
                  <a:schemeClr val="tx1"/>
                </a:solidFill>
                <a:latin typeface="+mn-ea"/>
              </a:rPr>
            </a:b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(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なるべく自然な速度で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548926" indent="-548926">
              <a:buFont typeface="Wingdings" panose="05000000000000000000" pitchFamily="2" charset="2"/>
              <a:buChar char="l"/>
            </a:pP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約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2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分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30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秒の歩行</a:t>
            </a:r>
          </a:p>
          <a:p>
            <a:pPr marL="548926" indent="-548926">
              <a:buFont typeface="Wingdings" panose="05000000000000000000" pitchFamily="2" charset="2"/>
              <a:buChar char="l"/>
            </a:pP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点群データとして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CSV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ファイルでデータを取得</a:t>
            </a:r>
          </a:p>
          <a:p>
            <a:endParaRPr lang="en-US" altLang="ja-JP" sz="42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" y="-21315"/>
            <a:ext cx="28803600" cy="3791412"/>
          </a:xfrm>
          <a:prstGeom prst="rect">
            <a:avLst/>
          </a:prstGeom>
          <a:solidFill>
            <a:srgbClr val="00B0F0"/>
          </a:solidFill>
          <a:ln w="127000" cap="flat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4200" b="1">
                <a:latin typeface="メイリオ" panose="020B0604030504040204" pitchFamily="50" charset="-128"/>
                <a:ea typeface="メイリオ" panose="020B0604030504040204" pitchFamily="50" charset="-128"/>
              </a:rPr>
              <a:t>第</a:t>
            </a:r>
            <a:r>
              <a:rPr lang="en-US" altLang="ja-JP" sz="4200" b="1"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lang="en-US" altLang="ja-JP" sz="4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4200" b="1">
                <a:latin typeface="メイリオ" panose="020B0604030504040204" pitchFamily="50" charset="-128"/>
                <a:ea typeface="メイリオ" panose="020B0604030504040204" pitchFamily="50" charset="-128"/>
              </a:rPr>
              <a:t>回</a:t>
            </a:r>
            <a:r>
              <a:rPr lang="ja-JP" altLang="en-US" sz="4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バイオメトリクスと認識・認証シンポジウム（</a:t>
            </a:r>
            <a:r>
              <a:rPr lang="en-US" altLang="ja-JP" sz="4200" b="1">
                <a:latin typeface="メイリオ" panose="020B0604030504040204" pitchFamily="50" charset="-128"/>
                <a:ea typeface="メイリオ" panose="020B0604030504040204" pitchFamily="50" charset="-128"/>
              </a:rPr>
              <a:t>SBRA 2023</a:t>
            </a:r>
            <a:r>
              <a:rPr lang="ja-JP" altLang="en-US" sz="4200" b="1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lang="en-US" altLang="ja-JP" sz="4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6600">
                <a:latin typeface="メイリオ" panose="020B0604030504040204" pitchFamily="50" charset="-128"/>
                <a:ea typeface="メイリオ" panose="020B0604030504040204" pitchFamily="50" charset="-128"/>
              </a:rPr>
              <a:t>深層学習を用いた単一低情報量</a:t>
            </a:r>
            <a:r>
              <a:rPr lang="en-US" altLang="ja-JP" sz="6600">
                <a:latin typeface="メイリオ" panose="020B0604030504040204" pitchFamily="50" charset="-128"/>
                <a:ea typeface="メイリオ" panose="020B0604030504040204" pitchFamily="50" charset="-128"/>
              </a:rPr>
              <a:t>2D-LiDAR</a:t>
            </a:r>
            <a:r>
              <a:rPr lang="ja-JP" altLang="en-US" sz="6600">
                <a:latin typeface="メイリオ" panose="020B0604030504040204" pitchFamily="50" charset="-128"/>
                <a:ea typeface="メイリオ" panose="020B0604030504040204" pitchFamily="50" charset="-128"/>
              </a:rPr>
              <a:t>に基づく歩容識別</a:t>
            </a:r>
            <a:endParaRPr lang="en-US" altLang="ja-JP" sz="66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5200" b="1">
                <a:latin typeface="メイリオ" panose="020B0604030504040204" pitchFamily="50" charset="-128"/>
                <a:ea typeface="メイリオ" panose="020B0604030504040204" pitchFamily="50" charset="-128"/>
              </a:rPr>
              <a:t>渡邉 宣友，</a:t>
            </a:r>
            <a:r>
              <a:rPr lang="ja-JP" altLang="en-US" sz="5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渡邊 裕司（名古屋市立</a:t>
            </a:r>
            <a:r>
              <a:rPr lang="ja-JP" altLang="en-US" sz="5200" b="1">
                <a:latin typeface="メイリオ" panose="020B0604030504040204" pitchFamily="50" charset="-128"/>
                <a:ea typeface="メイリオ" panose="020B0604030504040204" pitchFamily="50" charset="-128"/>
              </a:rPr>
              <a:t>大学　理学研究科</a:t>
            </a:r>
            <a:r>
              <a:rPr lang="ja-JP" altLang="en-US" sz="5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11377464" y="4068739"/>
            <a:ext cx="6048673" cy="90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8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背景と目的</a:t>
            </a:r>
            <a:endParaRPr lang="ja-JP" altLang="en-US" sz="5800" b="1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角丸四角形 12"/>
          <p:cNvSpPr/>
          <p:nvPr/>
        </p:nvSpPr>
        <p:spPr>
          <a:xfrm>
            <a:off x="1219162" y="38756561"/>
            <a:ext cx="26365276" cy="1459122"/>
          </a:xfrm>
          <a:prstGeom prst="roundRect">
            <a:avLst>
              <a:gd name="adj" fmla="val 11078"/>
            </a:avLst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t"/>
          <a:lstStyle/>
          <a:p>
            <a:r>
              <a:rPr lang="ja-JP" altLang="en-US" sz="4200" dirty="0" smtClean="0">
                <a:solidFill>
                  <a:schemeClr val="tx1"/>
                </a:solidFill>
              </a:rPr>
              <a:t>最大</a:t>
            </a:r>
            <a:r>
              <a:rPr lang="en-US" altLang="ja-JP" sz="4200" dirty="0">
                <a:solidFill>
                  <a:schemeClr val="tx1"/>
                </a:solidFill>
              </a:rPr>
              <a:t>96.7%</a:t>
            </a:r>
            <a:r>
              <a:rPr lang="ja-JP" altLang="en-US" sz="4200" dirty="0">
                <a:solidFill>
                  <a:schemeClr val="tx1"/>
                </a:solidFill>
              </a:rPr>
              <a:t>の個人識別率を示し，アピアランスベース手法よりも精度が高かった</a:t>
            </a:r>
            <a:r>
              <a:rPr lang="ja-JP" altLang="en-US" sz="4200" dirty="0" smtClean="0">
                <a:solidFill>
                  <a:schemeClr val="tx1"/>
                </a:solidFill>
              </a:rPr>
              <a:t>．今後は，カメラ</a:t>
            </a:r>
            <a:r>
              <a:rPr lang="ja-JP" altLang="en-US" sz="4200" dirty="0">
                <a:solidFill>
                  <a:schemeClr val="tx1"/>
                </a:solidFill>
              </a:rPr>
              <a:t>やウェアラブル端末を使用</a:t>
            </a:r>
            <a:r>
              <a:rPr lang="ja-JP" altLang="en-US" sz="4200" dirty="0" smtClean="0">
                <a:solidFill>
                  <a:schemeClr val="tx1"/>
                </a:solidFill>
              </a:rPr>
              <a:t>したマルチモダリティ</a:t>
            </a:r>
            <a:r>
              <a:rPr lang="ja-JP" altLang="en-US" sz="4200" dirty="0">
                <a:solidFill>
                  <a:schemeClr val="tx1"/>
                </a:solidFill>
              </a:rPr>
              <a:t>認証やより厳しい条件（複数や別日）での識別・認証を</a:t>
            </a:r>
            <a:r>
              <a:rPr lang="ja-JP" altLang="en-US" sz="4200" dirty="0" smtClean="0">
                <a:solidFill>
                  <a:schemeClr val="tx1"/>
                </a:solidFill>
              </a:rPr>
              <a:t>目指す</a:t>
            </a:r>
            <a:endParaRPr lang="ja-JP" altLang="en-US" sz="4200" dirty="0">
              <a:solidFill>
                <a:schemeClr val="tx1"/>
              </a:solidFill>
            </a:endParaRPr>
          </a:p>
        </p:txBody>
      </p:sp>
      <p:sp>
        <p:nvSpPr>
          <p:cNvPr id="186" name="四角形: 角を丸くする 185">
            <a:extLst>
              <a:ext uri="{FF2B5EF4-FFF2-40B4-BE49-F238E27FC236}">
                <a16:creationId xmlns:a16="http://schemas.microsoft.com/office/drawing/2014/main" id="{76E38D5F-A471-4017-ED26-0FBB234ED1AA}"/>
              </a:ext>
            </a:extLst>
          </p:cNvPr>
          <p:cNvSpPr/>
          <p:nvPr/>
        </p:nvSpPr>
        <p:spPr>
          <a:xfrm>
            <a:off x="922321" y="6688083"/>
            <a:ext cx="12845392" cy="76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より安価な</a:t>
            </a:r>
            <a:r>
              <a:rPr kumimoji="0" lang="en-US" altLang="ja-JP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2D-LiDAR</a:t>
            </a:r>
            <a:r>
              <a:rPr kumimoji="0" lang="ja-JP" altLang="en-US" sz="36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を使用した歩容識別システム</a:t>
            </a:r>
            <a:endParaRPr kumimoji="0" lang="en-US" altLang="ja-JP" sz="36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8" name="四角形: 角を丸くする 187">
            <a:extLst>
              <a:ext uri="{FF2B5EF4-FFF2-40B4-BE49-F238E27FC236}">
                <a16:creationId xmlns:a16="http://schemas.microsoft.com/office/drawing/2014/main" id="{4C054126-605D-A235-45FC-E922F9DCAF85}"/>
              </a:ext>
            </a:extLst>
          </p:cNvPr>
          <p:cNvSpPr/>
          <p:nvPr/>
        </p:nvSpPr>
        <p:spPr>
          <a:xfrm>
            <a:off x="1290505" y="6872983"/>
            <a:ext cx="315581" cy="54769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4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①</a:t>
            </a:r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83267978-305D-CD4A-913F-9316B9872BF3}"/>
              </a:ext>
            </a:extLst>
          </p:cNvPr>
          <p:cNvSpPr/>
          <p:nvPr/>
        </p:nvSpPr>
        <p:spPr>
          <a:xfrm>
            <a:off x="8677941" y="7759275"/>
            <a:ext cx="5377805" cy="2906761"/>
          </a:xfrm>
          <a:prstGeom prst="rect">
            <a:avLst/>
          </a:prstGeom>
          <a:solidFill>
            <a:srgbClr val="E7E6E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93" name="図 192">
            <a:extLst>
              <a:ext uri="{FF2B5EF4-FFF2-40B4-BE49-F238E27FC236}">
                <a16:creationId xmlns:a16="http://schemas.microsoft.com/office/drawing/2014/main" id="{12281607-BE21-E76C-B2EE-03D4F5C85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941" y="8440171"/>
            <a:ext cx="2497766" cy="1997699"/>
          </a:xfrm>
          <a:prstGeom prst="rect">
            <a:avLst/>
          </a:prstGeom>
        </p:spPr>
      </p:pic>
      <p:sp>
        <p:nvSpPr>
          <p:cNvPr id="194" name="テキスト ボックス 193">
            <a:extLst>
              <a:ext uri="{FF2B5EF4-FFF2-40B4-BE49-F238E27FC236}">
                <a16:creationId xmlns:a16="http://schemas.microsoft.com/office/drawing/2014/main" id="{16B5A576-CAFA-8E52-ED4B-263102AA13A9}"/>
              </a:ext>
            </a:extLst>
          </p:cNvPr>
          <p:cNvSpPr txBox="1"/>
          <p:nvPr/>
        </p:nvSpPr>
        <p:spPr>
          <a:xfrm>
            <a:off x="8669419" y="7753146"/>
            <a:ext cx="5494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ja-JP" altLang="en-US" sz="3000" b="1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本研究で使用する</a:t>
            </a:r>
            <a:r>
              <a:rPr lang="en-US" altLang="ja-JP" sz="3200" b="1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2D-LiDAR</a:t>
            </a:r>
            <a:endParaRPr lang="ja-JP" altLang="en-US" sz="2800" b="1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95" name="テキスト ボックス 194">
            <a:extLst>
              <a:ext uri="{FF2B5EF4-FFF2-40B4-BE49-F238E27FC236}">
                <a16:creationId xmlns:a16="http://schemas.microsoft.com/office/drawing/2014/main" id="{C03F4CAC-A840-03DA-8CAC-425E6D7E6AA6}"/>
              </a:ext>
            </a:extLst>
          </p:cNvPr>
          <p:cNvSpPr txBox="1"/>
          <p:nvPr/>
        </p:nvSpPr>
        <p:spPr>
          <a:xfrm>
            <a:off x="11175707" y="8245203"/>
            <a:ext cx="2988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ja-JP" altLang="en-US" sz="2400" b="1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スキャン周波数</a:t>
            </a:r>
            <a:r>
              <a:rPr lang="ja-JP" altLang="en-US" sz="24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endParaRPr lang="en-US" altLang="ja-JP" sz="24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/>
            <a:r>
              <a:rPr lang="en-US" altLang="ja-JP" sz="24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10Hz</a:t>
            </a:r>
          </a:p>
          <a:p>
            <a:pPr defTabSz="914400"/>
            <a:r>
              <a:rPr lang="ja-JP" altLang="en-US" sz="2400" b="1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検出エリア</a:t>
            </a:r>
            <a:r>
              <a:rPr lang="ja-JP" altLang="en-US" sz="24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endParaRPr lang="en-US" altLang="ja-JP" sz="24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/>
            <a:r>
              <a:rPr lang="en-US" altLang="ja-JP" sz="24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240°</a:t>
            </a:r>
            <a:r>
              <a:rPr lang="en-US" altLang="ja-JP" sz="18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(2</a:t>
            </a:r>
            <a:r>
              <a:rPr lang="ja-JP" altLang="en-US" sz="18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次元）</a:t>
            </a:r>
            <a:endParaRPr lang="en-US" altLang="ja-JP" sz="18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/>
            <a:r>
              <a:rPr lang="ja-JP" altLang="en-US" sz="2400" b="1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検出可能距離</a:t>
            </a:r>
            <a:r>
              <a:rPr lang="ja-JP" altLang="en-US" sz="24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endParaRPr lang="en-US" altLang="ja-JP" sz="24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defTabSz="914400"/>
            <a:r>
              <a:rPr lang="ja-JP" altLang="en-US" sz="18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約半径</a:t>
            </a:r>
            <a:r>
              <a:rPr lang="en-US" altLang="ja-JP" sz="24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4m</a:t>
            </a:r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E80F027C-933D-1199-A708-C5EC00D73A89}"/>
              </a:ext>
            </a:extLst>
          </p:cNvPr>
          <p:cNvSpPr/>
          <p:nvPr/>
        </p:nvSpPr>
        <p:spPr>
          <a:xfrm>
            <a:off x="506817" y="7801099"/>
            <a:ext cx="8128387" cy="290676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LiDAR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の価格は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カメラ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や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ウェラブル端末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と</a:t>
            </a:r>
            <a:endParaRPr kumimoji="0" lang="en-US" altLang="ja-JP" sz="3200" i="0" u="none" strike="noStrike" kern="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比較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しても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高価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であることが多い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4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より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ea"/>
                <a:cs typeface="+mn-cs"/>
              </a:rPr>
              <a:t>システムの構築がしやすい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ea"/>
                <a:cs typeface="+mn-cs"/>
              </a:rPr>
              <a:t>安価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で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ea"/>
                <a:cs typeface="+mn-cs"/>
              </a:rPr>
              <a:t>低情報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な</a:t>
            </a: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LiDAR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を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使用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7" name="二等辺三角形 196">
            <a:extLst>
              <a:ext uri="{FF2B5EF4-FFF2-40B4-BE49-F238E27FC236}">
                <a16:creationId xmlns:a16="http://schemas.microsoft.com/office/drawing/2014/main" id="{CBA5B535-E6D6-B3C7-2F71-BFA16B7AA2FC}"/>
              </a:ext>
            </a:extLst>
          </p:cNvPr>
          <p:cNvSpPr/>
          <p:nvPr/>
        </p:nvSpPr>
        <p:spPr>
          <a:xfrm rot="10800000">
            <a:off x="4065338" y="9037601"/>
            <a:ext cx="919252" cy="351884"/>
          </a:xfrm>
          <a:prstGeom prst="triangl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07288D55-D0B1-4784-8CEE-C1F13EF44231}"/>
              </a:ext>
            </a:extLst>
          </p:cNvPr>
          <p:cNvSpPr/>
          <p:nvPr/>
        </p:nvSpPr>
        <p:spPr>
          <a:xfrm>
            <a:off x="21443816" y="7597628"/>
            <a:ext cx="3607421" cy="3301409"/>
          </a:xfrm>
          <a:prstGeom prst="rect">
            <a:avLst/>
          </a:prstGeom>
          <a:solidFill>
            <a:srgbClr val="E7E6E6"/>
          </a:solidFill>
          <a:ln w="12700" cap="flat" cmpd="sng" algn="ctr">
            <a:solidFill>
              <a:srgbClr val="4472C4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7" name="四角形: 角を丸くする 186">
            <a:extLst>
              <a:ext uri="{FF2B5EF4-FFF2-40B4-BE49-F238E27FC236}">
                <a16:creationId xmlns:a16="http://schemas.microsoft.com/office/drawing/2014/main" id="{14716B83-A4B5-F707-28B5-233EDCC61B39}"/>
              </a:ext>
            </a:extLst>
          </p:cNvPr>
          <p:cNvSpPr/>
          <p:nvPr/>
        </p:nvSpPr>
        <p:spPr>
          <a:xfrm>
            <a:off x="15107896" y="6676829"/>
            <a:ext cx="12845392" cy="76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　</a:t>
            </a:r>
            <a:r>
              <a:rPr kumimoji="0" lang="en-US" altLang="ja-JP" sz="3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LiDAR</a:t>
            </a:r>
            <a:r>
              <a:rPr kumimoji="0" lang="ja-JP" altLang="en-US" sz="3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の特性を活かしたモデルベース手法での歩行者の識別</a:t>
            </a:r>
            <a:endParaRPr kumimoji="0" lang="en-US" altLang="ja-JP" sz="32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89" name="四角形: 角を丸くする 188">
            <a:extLst>
              <a:ext uri="{FF2B5EF4-FFF2-40B4-BE49-F238E27FC236}">
                <a16:creationId xmlns:a16="http://schemas.microsoft.com/office/drawing/2014/main" id="{D2F321F0-7878-859F-D072-3E56E4C4CE3B}"/>
              </a:ext>
            </a:extLst>
          </p:cNvPr>
          <p:cNvSpPr/>
          <p:nvPr/>
        </p:nvSpPr>
        <p:spPr>
          <a:xfrm>
            <a:off x="15476080" y="6861729"/>
            <a:ext cx="315581" cy="54769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4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②</a:t>
            </a:r>
          </a:p>
        </p:txBody>
      </p:sp>
      <p:pic>
        <p:nvPicPr>
          <p:cNvPr id="190" name="図 189" descr="天井, 屋内, 床, 建物 が含まれている画像&#10;&#10;自動的に生成された説明">
            <a:extLst>
              <a:ext uri="{FF2B5EF4-FFF2-40B4-BE49-F238E27FC236}">
                <a16:creationId xmlns:a16="http://schemas.microsoft.com/office/drawing/2014/main" id="{73045608-243B-739B-8E4C-DBC7FD560C4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97" t="36622" r="36792" b="29494"/>
          <a:stretch/>
        </p:blipFill>
        <p:spPr>
          <a:xfrm>
            <a:off x="21512987" y="8738126"/>
            <a:ext cx="1261972" cy="1073246"/>
          </a:xfrm>
          <a:prstGeom prst="rect">
            <a:avLst/>
          </a:prstGeom>
        </p:spPr>
      </p:pic>
      <p:pic>
        <p:nvPicPr>
          <p:cNvPr id="191" name="図 190">
            <a:extLst>
              <a:ext uri="{FF2B5EF4-FFF2-40B4-BE49-F238E27FC236}">
                <a16:creationId xmlns:a16="http://schemas.microsoft.com/office/drawing/2014/main" id="{B1C154E4-C8DA-C1AE-E273-7D06F0F2A4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757" t="36977" r="38833" b="29139"/>
          <a:stretch/>
        </p:blipFill>
        <p:spPr>
          <a:xfrm>
            <a:off x="23168182" y="7890464"/>
            <a:ext cx="1902504" cy="1492793"/>
          </a:xfrm>
          <a:prstGeom prst="rect">
            <a:avLst/>
          </a:prstGeom>
        </p:spPr>
      </p:pic>
      <p:sp>
        <p:nvSpPr>
          <p:cNvPr id="205" name="テキスト ボックス 204">
            <a:extLst>
              <a:ext uri="{FF2B5EF4-FFF2-40B4-BE49-F238E27FC236}">
                <a16:creationId xmlns:a16="http://schemas.microsoft.com/office/drawing/2014/main" id="{DD92B916-78D0-E695-2AAD-950532C2997C}"/>
              </a:ext>
            </a:extLst>
          </p:cNvPr>
          <p:cNvSpPr txBox="1"/>
          <p:nvPr/>
        </p:nvSpPr>
        <p:spPr>
          <a:xfrm>
            <a:off x="21456118" y="7540668"/>
            <a:ext cx="3667126" cy="461665"/>
          </a:xfrm>
          <a:prstGeom prst="rect">
            <a:avLst/>
          </a:prstGeom>
          <a:solidFill>
            <a:sysClr val="window" lastClr="FFFFFF">
              <a:lumMod val="75000"/>
            </a:sysClr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画像による識別</a:t>
            </a:r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7E2A9EEA-EC61-F1AE-94CB-CD14566A7187}"/>
              </a:ext>
            </a:extLst>
          </p:cNvPr>
          <p:cNvSpPr/>
          <p:nvPr/>
        </p:nvSpPr>
        <p:spPr>
          <a:xfrm>
            <a:off x="14635829" y="7597826"/>
            <a:ext cx="7154751" cy="344407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既存の</a:t>
            </a: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LiDAR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を使用した歩容識別は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cs"/>
              </a:rPr>
              <a:t>アピアランスベース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の手法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が多い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3200" kern="0" dirty="0">
              <a:solidFill>
                <a:sysClr val="windowText" lastClr="000000"/>
              </a:solidFill>
              <a:latin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28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LiDAR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の特性も活かせる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+mn-ea"/>
                <a:cs typeface="+mn-cs"/>
              </a:rPr>
              <a:t>モデルベース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の手法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を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cs typeface="+mn-cs"/>
              </a:rPr>
              <a:t>提案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9" name="二等辺三角形 198">
            <a:extLst>
              <a:ext uri="{FF2B5EF4-FFF2-40B4-BE49-F238E27FC236}">
                <a16:creationId xmlns:a16="http://schemas.microsoft.com/office/drawing/2014/main" id="{8A76523D-0852-B5B5-3929-131C1B020AF9}"/>
              </a:ext>
            </a:extLst>
          </p:cNvPr>
          <p:cNvSpPr/>
          <p:nvPr/>
        </p:nvSpPr>
        <p:spPr>
          <a:xfrm rot="10800000">
            <a:off x="17577449" y="9051014"/>
            <a:ext cx="919252" cy="351884"/>
          </a:xfrm>
          <a:prstGeom prst="triangl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200" name="図 199">
            <a:extLst>
              <a:ext uri="{FF2B5EF4-FFF2-40B4-BE49-F238E27FC236}">
                <a16:creationId xmlns:a16="http://schemas.microsoft.com/office/drawing/2014/main" id="{7F7B8F2B-A549-DDB4-BB5D-D3C4693735A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7854" t="36335" r="41575" b="31099"/>
          <a:stretch/>
        </p:blipFill>
        <p:spPr>
          <a:xfrm>
            <a:off x="23168181" y="9351459"/>
            <a:ext cx="1847883" cy="1492793"/>
          </a:xfrm>
          <a:prstGeom prst="rect">
            <a:avLst/>
          </a:prstGeom>
        </p:spPr>
      </p:pic>
      <p:cxnSp>
        <p:nvCxnSpPr>
          <p:cNvPr id="201" name="直線矢印コネクタ 200">
            <a:extLst>
              <a:ext uri="{FF2B5EF4-FFF2-40B4-BE49-F238E27FC236}">
                <a16:creationId xmlns:a16="http://schemas.microsoft.com/office/drawing/2014/main" id="{2E9D502B-C354-22FF-AD69-AD43DD303640}"/>
              </a:ext>
            </a:extLst>
          </p:cNvPr>
          <p:cNvCxnSpPr>
            <a:stCxn id="190" idx="3"/>
          </p:cNvCxnSpPr>
          <p:nvPr/>
        </p:nvCxnSpPr>
        <p:spPr>
          <a:xfrm flipV="1">
            <a:off x="22774959" y="8669081"/>
            <a:ext cx="359008" cy="60566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2" name="直線矢印コネクタ 201">
            <a:extLst>
              <a:ext uri="{FF2B5EF4-FFF2-40B4-BE49-F238E27FC236}">
                <a16:creationId xmlns:a16="http://schemas.microsoft.com/office/drawing/2014/main" id="{437E59C5-1732-B50F-EAAF-D822E8AB2A53}"/>
              </a:ext>
            </a:extLst>
          </p:cNvPr>
          <p:cNvCxnSpPr>
            <a:cxnSpLocks/>
            <a:stCxn id="190" idx="3"/>
            <a:endCxn id="200" idx="1"/>
          </p:cNvCxnSpPr>
          <p:nvPr/>
        </p:nvCxnSpPr>
        <p:spPr>
          <a:xfrm>
            <a:off x="22774959" y="9274749"/>
            <a:ext cx="393222" cy="823107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3" name="テキスト ボックス 202">
            <a:extLst>
              <a:ext uri="{FF2B5EF4-FFF2-40B4-BE49-F238E27FC236}">
                <a16:creationId xmlns:a16="http://schemas.microsoft.com/office/drawing/2014/main" id="{66A10DA2-4B92-AE19-D2E1-38EF3A210978}"/>
              </a:ext>
            </a:extLst>
          </p:cNvPr>
          <p:cNvSpPr txBox="1"/>
          <p:nvPr/>
        </p:nvSpPr>
        <p:spPr>
          <a:xfrm>
            <a:off x="22964075" y="8043563"/>
            <a:ext cx="22320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ja-JP" altLang="en-US"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アピアランスベース</a:t>
            </a:r>
          </a:p>
        </p:txBody>
      </p: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339DB011-96B3-70C9-8FCF-D63DE3E7A224}"/>
              </a:ext>
            </a:extLst>
          </p:cNvPr>
          <p:cNvSpPr txBox="1"/>
          <p:nvPr/>
        </p:nvSpPr>
        <p:spPr>
          <a:xfrm>
            <a:off x="23084708" y="9383257"/>
            <a:ext cx="1974276" cy="400110"/>
          </a:xfrm>
          <a:prstGeom prst="rect">
            <a:avLst/>
          </a:prstGeom>
          <a:solidFill>
            <a:srgbClr val="D9D9D9">
              <a:alpha val="47843"/>
            </a:srgbClr>
          </a:solidFill>
        </p:spPr>
        <p:txBody>
          <a:bodyPr wrap="square" rtlCol="0">
            <a:spAutoFit/>
          </a:bodyPr>
          <a:lstStyle/>
          <a:p>
            <a:pPr algn="ctr" defTabSz="914400"/>
            <a:r>
              <a:rPr lang="ja-JP" altLang="en-US" sz="20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モデルベース</a:t>
            </a: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EEAB0BFA-478A-08C6-FDE6-E08BDC23DD15}"/>
              </a:ext>
            </a:extLst>
          </p:cNvPr>
          <p:cNvSpPr/>
          <p:nvPr/>
        </p:nvSpPr>
        <p:spPr>
          <a:xfrm>
            <a:off x="25361282" y="7597628"/>
            <a:ext cx="2820757" cy="3301409"/>
          </a:xfrm>
          <a:prstGeom prst="rect">
            <a:avLst/>
          </a:prstGeom>
          <a:solidFill>
            <a:srgbClr val="E7E6E6"/>
          </a:solidFill>
          <a:ln w="12700" cap="flat" cmpd="sng" algn="ctr">
            <a:solidFill>
              <a:srgbClr val="4472C4">
                <a:lumMod val="20000"/>
                <a:lumOff val="8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07" name="テキスト ボックス 206">
            <a:extLst>
              <a:ext uri="{FF2B5EF4-FFF2-40B4-BE49-F238E27FC236}">
                <a16:creationId xmlns:a16="http://schemas.microsoft.com/office/drawing/2014/main" id="{4EA7E164-F817-F305-A02B-061D99D70671}"/>
              </a:ext>
            </a:extLst>
          </p:cNvPr>
          <p:cNvSpPr txBox="1"/>
          <p:nvPr/>
        </p:nvSpPr>
        <p:spPr>
          <a:xfrm>
            <a:off x="25361279" y="8107198"/>
            <a:ext cx="164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ja-JP" altLang="en-US" sz="18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既存研究</a:t>
            </a:r>
            <a:r>
              <a:rPr lang="en-US" altLang="ja-JP" sz="18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[1]</a:t>
            </a:r>
            <a:endParaRPr lang="ja-JP" altLang="en-US" sz="18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8" name="テキスト ボックス 207">
            <a:extLst>
              <a:ext uri="{FF2B5EF4-FFF2-40B4-BE49-F238E27FC236}">
                <a16:creationId xmlns:a16="http://schemas.microsoft.com/office/drawing/2014/main" id="{36F0B57A-A5B1-6451-A442-8DDC13887678}"/>
              </a:ext>
            </a:extLst>
          </p:cNvPr>
          <p:cNvSpPr txBox="1"/>
          <p:nvPr/>
        </p:nvSpPr>
        <p:spPr>
          <a:xfrm>
            <a:off x="25393311" y="9599518"/>
            <a:ext cx="1609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ja-JP" altLang="en-US" sz="2400" b="1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提案研究</a:t>
            </a:r>
          </a:p>
        </p:txBody>
      </p:sp>
      <p:pic>
        <p:nvPicPr>
          <p:cNvPr id="209" name="図 208">
            <a:extLst>
              <a:ext uri="{FF2B5EF4-FFF2-40B4-BE49-F238E27FC236}">
                <a16:creationId xmlns:a16="http://schemas.microsoft.com/office/drawing/2014/main" id="{85FB9E5B-6A33-20C0-9FF9-610FD8533F4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154" t="16909" r="19629" b="47358"/>
          <a:stretch/>
        </p:blipFill>
        <p:spPr>
          <a:xfrm>
            <a:off x="25650411" y="8585943"/>
            <a:ext cx="556947" cy="1014456"/>
          </a:xfrm>
          <a:prstGeom prst="rect">
            <a:avLst/>
          </a:prstGeom>
        </p:spPr>
      </p:pic>
      <p:sp>
        <p:nvSpPr>
          <p:cNvPr id="210" name="テキスト ボックス 209">
            <a:extLst>
              <a:ext uri="{FF2B5EF4-FFF2-40B4-BE49-F238E27FC236}">
                <a16:creationId xmlns:a16="http://schemas.microsoft.com/office/drawing/2014/main" id="{A5AABD6F-58D3-D37F-76DE-33212180220D}"/>
              </a:ext>
            </a:extLst>
          </p:cNvPr>
          <p:cNvSpPr txBox="1"/>
          <p:nvPr/>
        </p:nvSpPr>
        <p:spPr>
          <a:xfrm>
            <a:off x="25361280" y="7539507"/>
            <a:ext cx="2820759" cy="461665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LiDAR</a:t>
            </a:r>
            <a:r>
              <a:rPr kumimoji="0" lang="ja-JP" altLang="en-US" sz="2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による識別</a:t>
            </a:r>
          </a:p>
        </p:txBody>
      </p:sp>
      <p:pic>
        <p:nvPicPr>
          <p:cNvPr id="211" name="図 210">
            <a:extLst>
              <a:ext uri="{FF2B5EF4-FFF2-40B4-BE49-F238E27FC236}">
                <a16:creationId xmlns:a16="http://schemas.microsoft.com/office/drawing/2014/main" id="{97F2A962-3B6B-DA65-492E-A7BBF9CB1A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68146" y="8594219"/>
            <a:ext cx="556947" cy="1055869"/>
          </a:xfrm>
          <a:prstGeom prst="rect">
            <a:avLst/>
          </a:prstGeom>
        </p:spPr>
      </p:pic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FBA29B15-C3AC-B593-343B-F0FF3CF49B91}"/>
              </a:ext>
            </a:extLst>
          </p:cNvPr>
          <p:cNvSpPr txBox="1"/>
          <p:nvPr/>
        </p:nvSpPr>
        <p:spPr>
          <a:xfrm>
            <a:off x="26846140" y="8107198"/>
            <a:ext cx="1450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ja-JP" altLang="en-US" sz="18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既存研究</a:t>
            </a:r>
            <a:r>
              <a:rPr lang="en-US" altLang="ja-JP" sz="180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[2]</a:t>
            </a:r>
            <a:endParaRPr lang="ja-JP" altLang="en-US" sz="1800">
              <a:solidFill>
                <a:prstClr val="black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13" name="図 212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C6CD49E8-1A11-F75D-509D-22E86D0111B5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8" t="10553" r="-2198" b="52811"/>
          <a:stretch/>
        </p:blipFill>
        <p:spPr bwMode="auto">
          <a:xfrm>
            <a:off x="25947714" y="9979522"/>
            <a:ext cx="1931845" cy="908853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二等辺三角形 213">
            <a:extLst>
              <a:ext uri="{FF2B5EF4-FFF2-40B4-BE49-F238E27FC236}">
                <a16:creationId xmlns:a16="http://schemas.microsoft.com/office/drawing/2014/main" id="{BC5AF374-9901-31CA-F7CC-0C0CC9B2CA4D}"/>
              </a:ext>
            </a:extLst>
          </p:cNvPr>
          <p:cNvSpPr/>
          <p:nvPr/>
        </p:nvSpPr>
        <p:spPr>
          <a:xfrm rot="5400000">
            <a:off x="24592550" y="9012992"/>
            <a:ext cx="1293929" cy="333328"/>
          </a:xfrm>
          <a:prstGeom prst="triangle">
            <a:avLst/>
          </a:prstGeom>
          <a:solidFill>
            <a:sysClr val="window" lastClr="FFFFFF">
              <a:lumMod val="50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2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0EEC84CE-133A-9336-11C5-B3352DB8A696}"/>
              </a:ext>
            </a:extLst>
          </p:cNvPr>
          <p:cNvSpPr txBox="1"/>
          <p:nvPr/>
        </p:nvSpPr>
        <p:spPr>
          <a:xfrm>
            <a:off x="1141025" y="5076851"/>
            <a:ext cx="265215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dirty="0">
                <a:latin typeface="+mn-ea"/>
              </a:rPr>
              <a:t>カメラやウェアラブル端末を用いた歩容識別は，広範に研究されてきており高い識別精度も期待できるが，カメラは明暗の変化に弱く，ウェアラブル端末</a:t>
            </a:r>
            <a:r>
              <a:rPr lang="ja-JP" altLang="en-US" sz="3200" dirty="0" smtClean="0">
                <a:latin typeface="+mn-ea"/>
              </a:rPr>
              <a:t>は</a:t>
            </a:r>
            <a:endParaRPr lang="en-US" altLang="ja-JP" sz="3200" dirty="0">
              <a:latin typeface="+mn-ea"/>
            </a:endParaRPr>
          </a:p>
          <a:p>
            <a:r>
              <a:rPr lang="ja-JP" altLang="en-US" sz="3200" dirty="0">
                <a:latin typeface="+mn-ea"/>
              </a:rPr>
              <a:t>所持している必要があるなど弱点も存在する</a:t>
            </a:r>
          </a:p>
          <a:p>
            <a:r>
              <a:rPr lang="ja-JP" altLang="en-US" sz="3200" dirty="0" smtClean="0">
                <a:latin typeface="+mn-ea"/>
              </a:rPr>
              <a:t>本研究では</a:t>
            </a:r>
            <a:r>
              <a:rPr lang="ja-JP" altLang="en-US" sz="3200" dirty="0" smtClean="0">
                <a:latin typeface="+mn-ea"/>
              </a:rPr>
              <a:t>，</a:t>
            </a:r>
            <a:r>
              <a:rPr lang="ja-JP" altLang="en-US" sz="3200" dirty="0">
                <a:latin typeface="+mn-ea"/>
              </a:rPr>
              <a:t>明暗の変化に強く</a:t>
            </a:r>
            <a:r>
              <a:rPr lang="ja-JP" altLang="en-US" sz="3200" dirty="0" smtClean="0">
                <a:latin typeface="+mn-ea"/>
              </a:rPr>
              <a:t>，広角に撮影でき，プライバシー面の懸念が少なく，自動運転車など</a:t>
            </a:r>
            <a:r>
              <a:rPr lang="ja-JP" altLang="en-US" sz="3200" dirty="0">
                <a:latin typeface="+mn-ea"/>
              </a:rPr>
              <a:t>の「目」の役割として注目されているLiDARを使用する</a:t>
            </a:r>
          </a:p>
        </p:txBody>
      </p:sp>
      <p:pic>
        <p:nvPicPr>
          <p:cNvPr id="227" name="図 226">
            <a:extLst>
              <a:ext uri="{FF2B5EF4-FFF2-40B4-BE49-F238E27FC236}">
                <a16:creationId xmlns:a16="http://schemas.microsoft.com/office/drawing/2014/main" id="{4BC90D9F-F0AE-499E-C431-0824061482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188" y="12949720"/>
            <a:ext cx="7540884" cy="4350886"/>
          </a:xfrm>
          <a:prstGeom prst="rect">
            <a:avLst/>
          </a:prstGeom>
        </p:spPr>
      </p:pic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F5FF23DB-F52A-9DB3-DE4A-210714AC6B55}"/>
              </a:ext>
            </a:extLst>
          </p:cNvPr>
          <p:cNvSpPr/>
          <p:nvPr/>
        </p:nvSpPr>
        <p:spPr>
          <a:xfrm>
            <a:off x="4320680" y="17966283"/>
            <a:ext cx="6048673" cy="90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8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前処理</a:t>
            </a:r>
            <a:endParaRPr lang="ja-JP" altLang="en-US" sz="5800" b="1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89" name="グループ化 388">
            <a:extLst>
              <a:ext uri="{FF2B5EF4-FFF2-40B4-BE49-F238E27FC236}">
                <a16:creationId xmlns:a16="http://schemas.microsoft.com/office/drawing/2014/main" id="{F4DC90B4-C887-DCE6-AFDF-CF468E209BD4}"/>
              </a:ext>
            </a:extLst>
          </p:cNvPr>
          <p:cNvGrpSpPr/>
          <p:nvPr/>
        </p:nvGrpSpPr>
        <p:grpSpPr>
          <a:xfrm>
            <a:off x="4563346" y="28779096"/>
            <a:ext cx="19676908" cy="882266"/>
            <a:chOff x="5112768" y="28779096"/>
            <a:chExt cx="19676908" cy="882266"/>
          </a:xfrm>
        </p:grpSpPr>
        <p:cxnSp>
          <p:nvCxnSpPr>
            <p:cNvPr id="235" name="直線コネクタ 234">
              <a:extLst>
                <a:ext uri="{FF2B5EF4-FFF2-40B4-BE49-F238E27FC236}">
                  <a16:creationId xmlns:a16="http://schemas.microsoft.com/office/drawing/2014/main" id="{CE1A36A1-D496-CCDC-7190-367CAAB5456B}"/>
                </a:ext>
              </a:extLst>
            </p:cNvPr>
            <p:cNvCxnSpPr>
              <a:cxnSpLocks/>
            </p:cNvCxnSpPr>
            <p:nvPr/>
          </p:nvCxnSpPr>
          <p:spPr>
            <a:xfrm>
              <a:off x="5112768" y="29284637"/>
              <a:ext cx="1967690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903A0F58-363E-7B1D-D10F-03E931EA6361}"/>
                </a:ext>
              </a:extLst>
            </p:cNvPr>
            <p:cNvSpPr/>
            <p:nvPr/>
          </p:nvSpPr>
          <p:spPr>
            <a:xfrm>
              <a:off x="11926886" y="28779096"/>
              <a:ext cx="6048673" cy="8822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7810" tIns="43905" rIns="87810" bIns="43905" rtlCol="0" anchor="ctr"/>
            <a:lstStyle/>
            <a:p>
              <a:pPr algn="ctr"/>
              <a:r>
                <a:rPr lang="ja-JP" altLang="en-US" sz="5800" b="1">
                  <a:solidFill>
                    <a:schemeClr val="accent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結果</a:t>
              </a:r>
              <a:endParaRPr lang="ja-JP" altLang="en-US" sz="5800" b="1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238" name="直線コネクタ 237">
            <a:extLst>
              <a:ext uri="{FF2B5EF4-FFF2-40B4-BE49-F238E27FC236}">
                <a16:creationId xmlns:a16="http://schemas.microsoft.com/office/drawing/2014/main" id="{C9D18E0D-861B-8AE8-BBFE-B69D0E23045A}"/>
              </a:ext>
            </a:extLst>
          </p:cNvPr>
          <p:cNvCxnSpPr>
            <a:cxnSpLocks/>
          </p:cNvCxnSpPr>
          <p:nvPr/>
        </p:nvCxnSpPr>
        <p:spPr>
          <a:xfrm flipV="1">
            <a:off x="16129992" y="11757951"/>
            <a:ext cx="10765706" cy="176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4187656F-C6A7-443E-9BC9-4AE3B40663B7}"/>
              </a:ext>
            </a:extLst>
          </p:cNvPr>
          <p:cNvSpPr/>
          <p:nvPr/>
        </p:nvSpPr>
        <p:spPr>
          <a:xfrm>
            <a:off x="18488509" y="11341547"/>
            <a:ext cx="6048673" cy="90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8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特徴量抽出</a:t>
            </a:r>
            <a:endParaRPr lang="ja-JP" altLang="en-US" sz="5800" b="1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43" name="直線コネクタ 242">
            <a:extLst>
              <a:ext uri="{FF2B5EF4-FFF2-40B4-BE49-F238E27FC236}">
                <a16:creationId xmlns:a16="http://schemas.microsoft.com/office/drawing/2014/main" id="{FA1A0B85-8263-133F-BEFD-D646A47F59F9}"/>
              </a:ext>
            </a:extLst>
          </p:cNvPr>
          <p:cNvCxnSpPr>
            <a:cxnSpLocks/>
          </p:cNvCxnSpPr>
          <p:nvPr/>
        </p:nvCxnSpPr>
        <p:spPr>
          <a:xfrm flipV="1">
            <a:off x="1907901" y="11757951"/>
            <a:ext cx="10765706" cy="176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正方形/長方形 243">
            <a:extLst>
              <a:ext uri="{FF2B5EF4-FFF2-40B4-BE49-F238E27FC236}">
                <a16:creationId xmlns:a16="http://schemas.microsoft.com/office/drawing/2014/main" id="{28DEC47C-D2D4-4E38-C990-444BE582B3EB}"/>
              </a:ext>
            </a:extLst>
          </p:cNvPr>
          <p:cNvSpPr/>
          <p:nvPr/>
        </p:nvSpPr>
        <p:spPr>
          <a:xfrm>
            <a:off x="4266418" y="11341547"/>
            <a:ext cx="6048673" cy="90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8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実験</a:t>
            </a:r>
            <a:endParaRPr lang="ja-JP" altLang="en-US" sz="5800" b="1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8" name="角丸四角形 139">
            <a:extLst>
              <a:ext uri="{FF2B5EF4-FFF2-40B4-BE49-F238E27FC236}">
                <a16:creationId xmlns:a16="http://schemas.microsoft.com/office/drawing/2014/main" id="{D36BE36A-FAA9-D0DB-3D74-F6A303B5E331}"/>
              </a:ext>
            </a:extLst>
          </p:cNvPr>
          <p:cNvSpPr/>
          <p:nvPr/>
        </p:nvSpPr>
        <p:spPr>
          <a:xfrm>
            <a:off x="216224" y="19011784"/>
            <a:ext cx="8633002" cy="747917"/>
          </a:xfrm>
          <a:prstGeom prst="roundRect">
            <a:avLst>
              <a:gd name="adj" fmla="val 6025"/>
            </a:avLst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t"/>
          <a:lstStyle/>
          <a:p>
            <a:r>
              <a:rPr lang="ja-JP" altLang="en-US" sz="3600">
                <a:solidFill>
                  <a:schemeClr val="tx1"/>
                </a:solidFill>
                <a:latin typeface="+mn-ea"/>
              </a:rPr>
              <a:t>　</a:t>
            </a:r>
            <a:r>
              <a:rPr lang="ja-JP" altLang="en-US" sz="3600" b="1">
                <a:solidFill>
                  <a:schemeClr val="tx1"/>
                </a:solidFill>
                <a:latin typeface="+mn-ea"/>
              </a:rPr>
              <a:t>生データから以下の手順で前処理を実施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テキスト ボックス 249">
                <a:extLst>
                  <a:ext uri="{FF2B5EF4-FFF2-40B4-BE49-F238E27FC236}">
                    <a16:creationId xmlns:a16="http://schemas.microsoft.com/office/drawing/2014/main" id="{4F453E3F-6D52-2F4B-25C6-5CE18824BEA9}"/>
                  </a:ext>
                </a:extLst>
              </p:cNvPr>
              <p:cNvSpPr txBox="1"/>
              <p:nvPr/>
            </p:nvSpPr>
            <p:spPr>
              <a:xfrm>
                <a:off x="5040760" y="20369097"/>
                <a:ext cx="4126504" cy="193899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36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ja-JP" altLang="en-US" sz="2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𝑖𝑓</m:t>
                    </m:r>
                    <m:d>
                      <m:dPr>
                        <m:ctrlP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ja-JP" altLang="en-US" sz="2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836967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ja-JP" altLang="en-US" sz="2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83696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ja-JP" altLang="en-US" sz="2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ja-JP" altLang="en-US" sz="2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0" lang="ja-JP" altLang="en-US" sz="2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0" lang="ja-JP" altLang="en-US" sz="2800" b="0" i="0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ja-JP" altLang="en-US" sz="2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83696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ja-JP" altLang="en-US" sz="2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ja-JP" altLang="en-US" sz="28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0" lang="en-US" altLang="ja-JP" sz="2800" b="0" i="0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kumimoji="0" lang="ja-JP" altLang="en-US" sz="2800" b="0" i="0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&lt;30</m:t>
                        </m:r>
                      </m:e>
                    </m:d>
                  </m:oMath>
                </a14:m>
                <a:endParaRPr kumimoji="0" lang="en-US" altLang="ja-JP" sz="2800" b="0" i="1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游ゴシック" panose="020B0400000000000000" pitchFamily="50" charset="-128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ja-JP" altLang="en-US" sz="2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0" lang="ja-JP" altLang="en-US" sz="2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0" lang="ja-JP" altLang="en-US" sz="2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=0     </m:t>
                    </m:r>
                  </m:oMath>
                </a14:m>
                <a:endParaRPr kumimoji="0" lang="en-US" altLang="ja-JP" sz="2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游ゴシック" panose="020B0400000000000000" pitchFamily="50" charset="-128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ja-JP" altLang="en-US" sz="2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𝑒𝑙𝑠𝑒</m:t>
                    </m:r>
                    <m:r>
                      <a:rPr kumimoji="0" lang="ja-JP" altLang="en-US" sz="2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0" lang="en-US" altLang="ja-JP" sz="2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游ゴシック" panose="020B0400000000000000" pitchFamily="50" charset="-128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836967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0" lang="ja-JP" altLang="en-US" sz="2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0" lang="ja-JP" altLang="en-US" sz="2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0" lang="ja-JP" altLang="en-US" sz="2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0" lang="ja-JP" altLang="en-US" sz="2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0" lang="ja-JP" altLang="en-US" sz="28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0" lang="ja-JP" altLang="en-US" sz="2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250" name="テキスト ボックス 249">
                <a:extLst>
                  <a:ext uri="{FF2B5EF4-FFF2-40B4-BE49-F238E27FC236}">
                    <a16:creationId xmlns:a16="http://schemas.microsoft.com/office/drawing/2014/main" id="{4F453E3F-6D52-2F4B-25C6-5CE18824B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760" y="20369097"/>
                <a:ext cx="4126504" cy="193899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4" name="テキスト ボックス 253">
            <a:extLst>
              <a:ext uri="{FF2B5EF4-FFF2-40B4-BE49-F238E27FC236}">
                <a16:creationId xmlns:a16="http://schemas.microsoft.com/office/drawing/2014/main" id="{0943CEFA-D340-49FB-3DE1-06BFBB87D7F8}"/>
              </a:ext>
            </a:extLst>
          </p:cNvPr>
          <p:cNvSpPr txBox="1"/>
          <p:nvPr/>
        </p:nvSpPr>
        <p:spPr>
          <a:xfrm>
            <a:off x="5040760" y="19694475"/>
            <a:ext cx="4126504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742950" marR="0" lvl="0" indent="-742950" algn="ctr" defTabSz="4010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背景差分処理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pic>
        <p:nvPicPr>
          <p:cNvPr id="255" name="図 254">
            <a:extLst>
              <a:ext uri="{FF2B5EF4-FFF2-40B4-BE49-F238E27FC236}">
                <a16:creationId xmlns:a16="http://schemas.microsoft.com/office/drawing/2014/main" id="{42643670-692F-2727-4D7A-6FC607CF8F07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8662" t="11534" r="37567" b="14564"/>
          <a:stretch/>
        </p:blipFill>
        <p:spPr>
          <a:xfrm>
            <a:off x="839732" y="25793530"/>
            <a:ext cx="1279460" cy="2701673"/>
          </a:xfrm>
          <a:prstGeom prst="rect">
            <a:avLst/>
          </a:prstGeom>
        </p:spPr>
      </p:pic>
      <p:sp>
        <p:nvSpPr>
          <p:cNvPr id="256" name="テキスト ボックス 255">
            <a:extLst>
              <a:ext uri="{FF2B5EF4-FFF2-40B4-BE49-F238E27FC236}">
                <a16:creationId xmlns:a16="http://schemas.microsoft.com/office/drawing/2014/main" id="{21A98F05-4725-2D05-A077-511C1364BC8A}"/>
              </a:ext>
            </a:extLst>
          </p:cNvPr>
          <p:cNvSpPr txBox="1"/>
          <p:nvPr/>
        </p:nvSpPr>
        <p:spPr>
          <a:xfrm>
            <a:off x="0" y="24945021"/>
            <a:ext cx="2600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010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　　生データ</a:t>
            </a:r>
            <a:endParaRPr kumimoji="1" lang="en-US" altLang="ja-JP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cxnSp>
        <p:nvCxnSpPr>
          <p:cNvPr id="258" name="直線矢印コネクタ 257">
            <a:extLst>
              <a:ext uri="{FF2B5EF4-FFF2-40B4-BE49-F238E27FC236}">
                <a16:creationId xmlns:a16="http://schemas.microsoft.com/office/drawing/2014/main" id="{32CFCE4B-05D4-6577-82C3-C6AD3AFB35CF}"/>
              </a:ext>
            </a:extLst>
          </p:cNvPr>
          <p:cNvCxnSpPr>
            <a:cxnSpLocks/>
          </p:cNvCxnSpPr>
          <p:nvPr/>
        </p:nvCxnSpPr>
        <p:spPr>
          <a:xfrm>
            <a:off x="2224832" y="26967283"/>
            <a:ext cx="6948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0" name="コンテンツ プレースホルダー 8">
            <a:extLst>
              <a:ext uri="{FF2B5EF4-FFF2-40B4-BE49-F238E27FC236}">
                <a16:creationId xmlns:a16="http://schemas.microsoft.com/office/drawing/2014/main" id="{095A9D20-6BA8-865C-AE1E-C7B502C34F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6227" y="25403388"/>
            <a:ext cx="4616077" cy="3241711"/>
          </a:xfrm>
          <a:prstGeom prst="rect">
            <a:avLst/>
          </a:prstGeom>
        </p:spPr>
      </p:pic>
      <p:sp>
        <p:nvSpPr>
          <p:cNvPr id="262" name="テキスト ボックス 261">
            <a:extLst>
              <a:ext uri="{FF2B5EF4-FFF2-40B4-BE49-F238E27FC236}">
                <a16:creationId xmlns:a16="http://schemas.microsoft.com/office/drawing/2014/main" id="{8C1CAEE0-92BE-D1D6-1B13-5DA456690955}"/>
              </a:ext>
            </a:extLst>
          </p:cNvPr>
          <p:cNvSpPr txBox="1"/>
          <p:nvPr/>
        </p:nvSpPr>
        <p:spPr>
          <a:xfrm>
            <a:off x="4524963" y="24919135"/>
            <a:ext cx="3124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010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①②③処理後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テキスト ボックス 262">
                <a:extLst>
                  <a:ext uri="{FF2B5EF4-FFF2-40B4-BE49-F238E27FC236}">
                    <a16:creationId xmlns:a16="http://schemas.microsoft.com/office/drawing/2014/main" id="{5ADBB443-2CB4-D70B-7EE0-BCAEC7B1A91E}"/>
                  </a:ext>
                </a:extLst>
              </p:cNvPr>
              <p:cNvSpPr txBox="1"/>
              <p:nvPr/>
            </p:nvSpPr>
            <p:spPr>
              <a:xfrm>
                <a:off x="9268044" y="20370909"/>
                <a:ext cx="5241199" cy="81657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ja-JP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ja-JP" altLang="en-US" sz="2400">
                              <a:latin typeface="Cambria Math" panose="02040503050406030204" pitchFamily="18" charset="0"/>
                            </a:rPr>
                            <m:t>&amp;</m:t>
                          </m:r>
                          <m:d>
                            <m:dPr>
                              <m:ctrlPr>
                                <a:rPr lang="ja-JP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ja-JP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d>
                                      <m:dPr>
                                        <m:ctrlPr>
                                          <a:rPr lang="ja-JP" altLang="en-US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ja-JP" altLang="en-US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d>
                                      <m:dPr>
                                        <m:ctrlPr>
                                          <a:rPr lang="ja-JP" altLang="en-US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ja-JP" altLang="en-US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  <m:r>
                            <a:rPr lang="ja-JP" altLang="en-US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ja-JP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ja-JP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𝑐𝑜𝑠</m:t>
                                    </m:r>
                                    <m:d>
                                      <m:dPr>
                                        <m:ctrlPr>
                                          <a:rPr lang="ja-JP" altLang="en-US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ja-JP" altLang="en-US" sz="24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ja-JP" altLang="en-US" sz="24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ja-JP" altLang="en-US" sz="24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𝑠𝑖𝑛</m:t>
                                    </m:r>
                                    <m:d>
                                      <m:dPr>
                                        <m:ctrlPr>
                                          <a:rPr lang="ja-JP" altLang="en-US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ja-JP" altLang="en-US" sz="24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ja-JP" altLang="en-US" sz="24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𝑠𝑖𝑛</m:t>
                                    </m:r>
                                    <m:d>
                                      <m:dPr>
                                        <m:ctrlPr>
                                          <a:rPr lang="ja-JP" altLang="en-US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ja-JP" altLang="en-US" sz="24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ja-JP" altLang="en-US" sz="24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𝑐𝑜𝑠</m:t>
                                    </m:r>
                                    <m:d>
                                      <m:dPr>
                                        <m:ctrlPr>
                                          <a:rPr lang="ja-JP" altLang="en-US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ja-JP" altLang="en-US" sz="2400" i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ja-JP" altLang="en-US" sz="2400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  <m:d>
                            <m:dPr>
                              <m:ctrlPr>
                                <a:rPr lang="ja-JP" altLang="en-US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ja-JP" altLang="en-US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ja-JP" altLang="en-US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ja-JP" altLang="en-US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mr>
                                <m:m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ja-JP" altLang="en-US" sz="2400" i="1">
                                            <a:solidFill>
                                              <a:srgbClr val="83696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ja-JP" altLang="en-US" sz="2400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mr>
                              </m:m>
                            </m:e>
                          </m:d>
                          <m:r>
                            <a:rPr lang="ja-JP" altLang="en-US" sz="2400" i="0">
                              <a:latin typeface="Cambria Math" panose="020405030504060302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ja-JP" altLang="en-US" sz="4000"/>
              </a:p>
            </p:txBody>
          </p:sp>
        </mc:Choice>
        <mc:Fallback xmlns="">
          <p:sp>
            <p:nvSpPr>
              <p:cNvPr id="263" name="テキスト ボックス 262">
                <a:extLst>
                  <a:ext uri="{FF2B5EF4-FFF2-40B4-BE49-F238E27FC236}">
                    <a16:creationId xmlns:a16="http://schemas.microsoft.com/office/drawing/2014/main" id="{5ADBB443-2CB4-D70B-7EE0-BCAEC7B1A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8044" y="20370909"/>
                <a:ext cx="5241199" cy="816570"/>
              </a:xfrm>
              <a:prstGeom prst="rect">
                <a:avLst/>
              </a:prstGeom>
              <a:blipFill>
                <a:blip r:embed="rId14"/>
                <a:stretch>
                  <a:fillRect r="-8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4" name="テキスト ボックス 263">
            <a:extLst>
              <a:ext uri="{FF2B5EF4-FFF2-40B4-BE49-F238E27FC236}">
                <a16:creationId xmlns:a16="http://schemas.microsoft.com/office/drawing/2014/main" id="{C88D2690-947D-C4FA-D7AB-F2367DE12885}"/>
              </a:ext>
            </a:extLst>
          </p:cNvPr>
          <p:cNvSpPr txBox="1"/>
          <p:nvPr/>
        </p:nvSpPr>
        <p:spPr>
          <a:xfrm>
            <a:off x="9279456" y="19711909"/>
            <a:ext cx="524119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R="0" lvl="0" algn="ctr" defTabSz="4010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ja-JP" altLang="en-US" sz="3600">
                <a:solidFill>
                  <a:prstClr val="black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⑥</a:t>
            </a: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  </a:t>
            </a:r>
            <a:r>
              <a:rPr lang="ja-JP" altLang="en-US" sz="3600">
                <a:solidFill>
                  <a:prstClr val="black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座標回転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69" name="テキスト ボックス 268">
            <a:extLst>
              <a:ext uri="{FF2B5EF4-FFF2-40B4-BE49-F238E27FC236}">
                <a16:creationId xmlns:a16="http://schemas.microsoft.com/office/drawing/2014/main" id="{D3FFAFE5-3BD4-AF01-3C58-9F533D0AC0D8}"/>
              </a:ext>
            </a:extLst>
          </p:cNvPr>
          <p:cNvSpPr txBox="1"/>
          <p:nvPr/>
        </p:nvSpPr>
        <p:spPr>
          <a:xfrm>
            <a:off x="435041" y="20219641"/>
            <a:ext cx="4469109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spcBef>
                <a:spcPts val="600"/>
              </a:spcBef>
              <a:buFont typeface="+mj-ea"/>
              <a:buAutoNum type="circleNumDbPlain"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背景差分処理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直行座標変換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ノイズ除去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左右足判別</a:t>
            </a: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カルマンフィルタ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座標回転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  <a:p>
            <a:pPr marL="742950" indent="-742950">
              <a:spcBef>
                <a:spcPts val="600"/>
              </a:spcBef>
              <a:buFont typeface="+mj-ea"/>
              <a:buAutoNum type="circleNumDbPlain"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ウィンドウ分割</a:t>
            </a:r>
            <a:endParaRPr kumimoji="1" lang="en-US" altLang="ja-JP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71" name="テキスト ボックス 270">
            <a:extLst>
              <a:ext uri="{FF2B5EF4-FFF2-40B4-BE49-F238E27FC236}">
                <a16:creationId xmlns:a16="http://schemas.microsoft.com/office/drawing/2014/main" id="{1670EE43-ABBE-02CD-F828-B951F934BF5E}"/>
              </a:ext>
            </a:extLst>
          </p:cNvPr>
          <p:cNvSpPr txBox="1"/>
          <p:nvPr/>
        </p:nvSpPr>
        <p:spPr>
          <a:xfrm>
            <a:off x="10009312" y="25047511"/>
            <a:ext cx="31246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010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④⑤⑥処理後</a:t>
            </a:r>
            <a:endParaRPr kumimoji="1" lang="en-US" altLang="ja-JP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73" name="テキスト ボックス 272">
            <a:extLst>
              <a:ext uri="{FF2B5EF4-FFF2-40B4-BE49-F238E27FC236}">
                <a16:creationId xmlns:a16="http://schemas.microsoft.com/office/drawing/2014/main" id="{7915DDE6-A765-669B-7128-ABE8E69BC270}"/>
              </a:ext>
            </a:extLst>
          </p:cNvPr>
          <p:cNvSpPr txBox="1"/>
          <p:nvPr/>
        </p:nvSpPr>
        <p:spPr>
          <a:xfrm>
            <a:off x="5040761" y="23060848"/>
            <a:ext cx="4126504" cy="153888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ja-JP" altLang="en-US" sz="2800" b="1" dirty="0">
                <a:solidFill>
                  <a:srgbClr val="FF0000"/>
                </a:solidFill>
                <a:latin typeface="+mn-ea"/>
              </a:rPr>
              <a:t>歩隔</a:t>
            </a:r>
            <a:r>
              <a:rPr lang="ja-JP" altLang="en-US" sz="2800" b="1" dirty="0">
                <a:latin typeface="+mn-ea"/>
              </a:rPr>
              <a:t>差を利用し，点群どうしの距離を算出し，歩隔程度の距離差を探索</a:t>
            </a:r>
            <a:endParaRPr lang="en-US" altLang="ja-JP" sz="2800" b="1" dirty="0">
              <a:latin typeface="+mn-ea"/>
            </a:endParaRPr>
          </a:p>
          <a:p>
            <a:endParaRPr lang="en-US" altLang="ja-JP" sz="1000" b="1" dirty="0">
              <a:latin typeface="+mn-ea"/>
            </a:endParaRPr>
          </a:p>
        </p:txBody>
      </p:sp>
      <p:sp>
        <p:nvSpPr>
          <p:cNvPr id="274" name="テキスト ボックス 273">
            <a:extLst>
              <a:ext uri="{FF2B5EF4-FFF2-40B4-BE49-F238E27FC236}">
                <a16:creationId xmlns:a16="http://schemas.microsoft.com/office/drawing/2014/main" id="{489E231E-5D14-43AC-2B58-CDC543D86EF7}"/>
              </a:ext>
            </a:extLst>
          </p:cNvPr>
          <p:cNvSpPr txBox="1"/>
          <p:nvPr/>
        </p:nvSpPr>
        <p:spPr>
          <a:xfrm>
            <a:off x="5054555" y="22414517"/>
            <a:ext cx="411270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742950" marR="0" lvl="0" indent="-742950" algn="ctr" defTabSz="4010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circleNumDbPlain" startAt="4"/>
              <a:tabLst/>
              <a:defRPr/>
            </a:pPr>
            <a:r>
              <a:rPr lang="ja-JP" altLang="en-US" sz="3600">
                <a:solidFill>
                  <a:prstClr val="black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左右足判別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cxnSp>
        <p:nvCxnSpPr>
          <p:cNvPr id="278" name="直線矢印コネクタ 277">
            <a:extLst>
              <a:ext uri="{FF2B5EF4-FFF2-40B4-BE49-F238E27FC236}">
                <a16:creationId xmlns:a16="http://schemas.microsoft.com/office/drawing/2014/main" id="{B54BF61E-EA30-BC6C-4F07-756510A6BE20}"/>
              </a:ext>
            </a:extLst>
          </p:cNvPr>
          <p:cNvCxnSpPr>
            <a:cxnSpLocks/>
          </p:cNvCxnSpPr>
          <p:nvPr/>
        </p:nvCxnSpPr>
        <p:spPr>
          <a:xfrm>
            <a:off x="8154361" y="26967283"/>
            <a:ext cx="69486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角丸四角形 139">
            <a:extLst>
              <a:ext uri="{FF2B5EF4-FFF2-40B4-BE49-F238E27FC236}">
                <a16:creationId xmlns:a16="http://schemas.microsoft.com/office/drawing/2014/main" id="{06FE0E90-CCEF-4BCD-70F9-1DB55342C1F7}"/>
              </a:ext>
            </a:extLst>
          </p:cNvPr>
          <p:cNvSpPr/>
          <p:nvPr/>
        </p:nvSpPr>
        <p:spPr>
          <a:xfrm>
            <a:off x="14401799" y="12277651"/>
            <a:ext cx="14401801" cy="747917"/>
          </a:xfrm>
          <a:prstGeom prst="roundRect">
            <a:avLst>
              <a:gd name="adj" fmla="val 6025"/>
            </a:avLst>
          </a:pr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t"/>
          <a:lstStyle/>
          <a:p>
            <a:pPr algn="ctr"/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本研究では，</a:t>
            </a:r>
            <a:r>
              <a:rPr lang="en-US" altLang="ja-JP" sz="3600" dirty="0">
                <a:solidFill>
                  <a:schemeClr val="tx1"/>
                </a:solidFill>
                <a:latin typeface="+mn-ea"/>
              </a:rPr>
              <a:t>3</a:t>
            </a:r>
            <a:r>
              <a:rPr lang="ja-JP" altLang="en-US" sz="3600" dirty="0" err="1" smtClean="0">
                <a:solidFill>
                  <a:schemeClr val="tx1"/>
                </a:solidFill>
                <a:latin typeface="+mn-ea"/>
              </a:rPr>
              <a:t>つの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対照</a:t>
            </a:r>
            <a:r>
              <a:rPr lang="ja-JP" altLang="en-US" sz="3600" dirty="0" smtClean="0">
                <a:solidFill>
                  <a:schemeClr val="tx1"/>
                </a:solidFill>
                <a:latin typeface="+mn-ea"/>
              </a:rPr>
              <a:t>的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なデータセットを用意</a:t>
            </a:r>
            <a:endParaRPr lang="ja-JP" altLang="en-US" sz="36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82" name="図 281" descr="図形&#10;&#10;中程度の精度で自動的に生成された説明">
            <a:extLst>
              <a:ext uri="{FF2B5EF4-FFF2-40B4-BE49-F238E27FC236}">
                <a16:creationId xmlns:a16="http://schemas.microsoft.com/office/drawing/2014/main" id="{759329C1-A805-A0A6-EFE7-37D7F6CB0BE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164"/>
          <a:stretch/>
        </p:blipFill>
        <p:spPr>
          <a:xfrm>
            <a:off x="646953" y="784128"/>
            <a:ext cx="1918266" cy="2559819"/>
          </a:xfrm>
          <a:prstGeom prst="rect">
            <a:avLst/>
          </a:prstGeom>
        </p:spPr>
      </p:pic>
      <p:grpSp>
        <p:nvGrpSpPr>
          <p:cNvPr id="289" name="グループ化 288">
            <a:extLst>
              <a:ext uri="{FF2B5EF4-FFF2-40B4-BE49-F238E27FC236}">
                <a16:creationId xmlns:a16="http://schemas.microsoft.com/office/drawing/2014/main" id="{D3F71BC4-59B5-AA84-950C-34C19C2A753A}"/>
              </a:ext>
            </a:extLst>
          </p:cNvPr>
          <p:cNvGrpSpPr/>
          <p:nvPr/>
        </p:nvGrpSpPr>
        <p:grpSpPr>
          <a:xfrm>
            <a:off x="15521601" y="13069739"/>
            <a:ext cx="8745296" cy="3484785"/>
            <a:chOff x="3753428" y="1159414"/>
            <a:chExt cx="5150426" cy="1629969"/>
          </a:xfrm>
        </p:grpSpPr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E41752AD-5A65-05B7-F6AA-4AD5D533CB4C}"/>
                </a:ext>
              </a:extLst>
            </p:cNvPr>
            <p:cNvSpPr/>
            <p:nvPr/>
          </p:nvSpPr>
          <p:spPr>
            <a:xfrm>
              <a:off x="3753428" y="1165410"/>
              <a:ext cx="5150426" cy="1623973"/>
            </a:xfrm>
            <a:prstGeom prst="rect">
              <a:avLst/>
            </a:prstGeom>
            <a:noFill/>
            <a:ln w="1270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3200" b="0" i="0" u="none" strike="noStrike" kern="0" cap="none" spc="0" normalizeH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291" name="四角形: 角を丸くする 290">
              <a:extLst>
                <a:ext uri="{FF2B5EF4-FFF2-40B4-BE49-F238E27FC236}">
                  <a16:creationId xmlns:a16="http://schemas.microsoft.com/office/drawing/2014/main" id="{6460B8FC-801F-7365-4621-7FDD537FF207}"/>
                </a:ext>
              </a:extLst>
            </p:cNvPr>
            <p:cNvSpPr/>
            <p:nvPr/>
          </p:nvSpPr>
          <p:spPr>
            <a:xfrm>
              <a:off x="3753428" y="1159414"/>
              <a:ext cx="5150426" cy="300018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3600" b="1" i="0" u="sng" strike="noStrike" kern="0" cap="none" spc="0" normalizeH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+mn-ea"/>
                  <a:cs typeface="+mn-cs"/>
                </a:rPr>
                <a:t>非</a:t>
              </a:r>
              <a:r>
                <a:rPr kumimoji="0" lang="ja-JP" altLang="en-US" sz="3600" b="1" i="0" u="sng" strike="noStrike" kern="0" cap="none" spc="0" normalizeH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rPr>
                <a:t>時系列</a:t>
              </a:r>
              <a:r>
                <a:rPr kumimoji="0" lang="ja-JP" altLang="en-US" sz="3600" b="1" i="0" u="sng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の特徴量</a:t>
              </a:r>
              <a:endParaRPr kumimoji="0" lang="en-US" altLang="ja-JP" sz="3600" b="1" i="0" u="sng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F3321688-F032-EB57-4CBF-B82DE3A4B707}"/>
              </a:ext>
            </a:extLst>
          </p:cNvPr>
          <p:cNvSpPr/>
          <p:nvPr/>
        </p:nvSpPr>
        <p:spPr>
          <a:xfrm>
            <a:off x="15553927" y="13818269"/>
            <a:ext cx="8712970" cy="1771270"/>
          </a:xfrm>
          <a:prstGeom prst="round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ja-JP" sz="3600" b="1" i="0" u="none" strike="noStrike" kern="0" cap="none" spc="0" normalizeH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93" name="テキスト ボックス 292">
            <a:extLst>
              <a:ext uri="{FF2B5EF4-FFF2-40B4-BE49-F238E27FC236}">
                <a16:creationId xmlns:a16="http://schemas.microsoft.com/office/drawing/2014/main" id="{376FD201-09F4-B3EA-30B2-BF636179A33C}"/>
              </a:ext>
            </a:extLst>
          </p:cNvPr>
          <p:cNvSpPr txBox="1"/>
          <p:nvPr/>
        </p:nvSpPr>
        <p:spPr>
          <a:xfrm>
            <a:off x="15553928" y="13789819"/>
            <a:ext cx="914501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歩隔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歩幅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ストライド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接地時間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</a:p>
          <a:p>
            <a:pPr defTabSz="914400"/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歩行速度（胴体速度）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左右足の二軸速度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</a:p>
          <a:p>
            <a:pPr defTabSz="914400"/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左右足の二軸加速度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立脚時間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</a:p>
          <a:p>
            <a:pPr defTabSz="914400"/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・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｢</a:t>
            </a:r>
            <a:r>
              <a:rPr lang="ja-JP" altLang="en-US" sz="2800" dirty="0">
                <a:solidFill>
                  <a:srgbClr val="000000"/>
                </a:solidFill>
                <a:latin typeface="+mn-ea"/>
              </a:rPr>
              <a:t>進行方向に対する横揺れ</a:t>
            </a:r>
            <a:r>
              <a:rPr lang="en-US" altLang="ja-JP" sz="2800" dirty="0">
                <a:solidFill>
                  <a:srgbClr val="000000"/>
                </a:solidFill>
                <a:latin typeface="+mn-ea"/>
              </a:rPr>
              <a:t>｣</a:t>
            </a:r>
          </a:p>
          <a:p>
            <a:pPr defTabSz="914400"/>
            <a:r>
              <a:rPr lang="ja-JP" altLang="en-US" sz="1000" dirty="0">
                <a:solidFill>
                  <a:srgbClr val="000000"/>
                </a:solidFill>
                <a:latin typeface="+mn-ea"/>
              </a:rPr>
              <a:t>　　　　</a:t>
            </a:r>
            <a:r>
              <a:rPr lang="ja-JP" altLang="en-US" sz="2800" dirty="0">
                <a:solidFill>
                  <a:prstClr val="black"/>
                </a:solidFill>
                <a:latin typeface="+mn-ea"/>
              </a:rPr>
              <a:t>を各ウィンドウごとに</a:t>
            </a:r>
            <a:r>
              <a:rPr lang="ja-JP" altLang="en-US" sz="2800" dirty="0" smtClean="0">
                <a:solidFill>
                  <a:prstClr val="black"/>
                </a:solidFill>
                <a:latin typeface="+mn-ea"/>
              </a:rPr>
              <a:t>算出</a:t>
            </a:r>
            <a:endParaRPr lang="en-US" altLang="ja-JP" sz="3200" b="1" dirty="0">
              <a:solidFill>
                <a:prstClr val="black"/>
              </a:solidFill>
              <a:latin typeface="+mn-ea"/>
            </a:endParaRPr>
          </a:p>
          <a:p>
            <a:pPr defTabSz="914400"/>
            <a:r>
              <a:rPr lang="ja-JP" altLang="en-US" sz="2800" dirty="0">
                <a:solidFill>
                  <a:prstClr val="black"/>
                </a:solidFill>
                <a:latin typeface="+mn-ea"/>
              </a:rPr>
              <a:t>それらの「</a:t>
            </a:r>
            <a:r>
              <a:rPr lang="ja-JP" altLang="en-US" sz="2800" b="1" dirty="0">
                <a:solidFill>
                  <a:prstClr val="black"/>
                </a:solidFill>
                <a:latin typeface="+mn-ea"/>
              </a:rPr>
              <a:t>平均値</a:t>
            </a:r>
            <a:r>
              <a:rPr lang="ja-JP" altLang="en-US" sz="2800" dirty="0">
                <a:solidFill>
                  <a:prstClr val="black"/>
                </a:solidFill>
                <a:latin typeface="+mn-ea"/>
              </a:rPr>
              <a:t>」「</a:t>
            </a:r>
            <a:r>
              <a:rPr lang="ja-JP" altLang="en-US" sz="2800" b="1" dirty="0">
                <a:solidFill>
                  <a:prstClr val="black"/>
                </a:solidFill>
                <a:latin typeface="+mn-ea"/>
              </a:rPr>
              <a:t>中央値</a:t>
            </a:r>
            <a:r>
              <a:rPr lang="ja-JP" altLang="en-US" sz="2800" dirty="0">
                <a:solidFill>
                  <a:prstClr val="black"/>
                </a:solidFill>
                <a:latin typeface="+mn-ea"/>
              </a:rPr>
              <a:t>」「</a:t>
            </a:r>
            <a:r>
              <a:rPr lang="ja-JP" altLang="en-US" sz="2800" b="1" dirty="0">
                <a:solidFill>
                  <a:prstClr val="black"/>
                </a:solidFill>
                <a:latin typeface="+mn-ea"/>
              </a:rPr>
              <a:t>標準偏差</a:t>
            </a:r>
            <a:r>
              <a:rPr lang="ja-JP" altLang="en-US" sz="3200" dirty="0">
                <a:solidFill>
                  <a:prstClr val="black"/>
                </a:solidFill>
                <a:latin typeface="+mn-ea"/>
              </a:rPr>
              <a:t>」</a:t>
            </a:r>
            <a:r>
              <a:rPr lang="ja-JP" altLang="en-US" sz="2800" dirty="0">
                <a:solidFill>
                  <a:prstClr val="black"/>
                </a:solidFill>
                <a:latin typeface="+mn-ea"/>
              </a:rPr>
              <a:t>を抽出</a:t>
            </a:r>
            <a:endParaRPr lang="ja-JP" altLang="en-US" sz="320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311" name="グループ化 310">
            <a:extLst>
              <a:ext uri="{FF2B5EF4-FFF2-40B4-BE49-F238E27FC236}">
                <a16:creationId xmlns:a16="http://schemas.microsoft.com/office/drawing/2014/main" id="{98D28CC0-CD3A-DA26-7458-5C427D32B7F4}"/>
              </a:ext>
            </a:extLst>
          </p:cNvPr>
          <p:cNvGrpSpPr/>
          <p:nvPr/>
        </p:nvGrpSpPr>
        <p:grpSpPr>
          <a:xfrm>
            <a:off x="15546674" y="16733570"/>
            <a:ext cx="8720223" cy="3222724"/>
            <a:chOff x="3753428" y="1265383"/>
            <a:chExt cx="5150426" cy="1524000"/>
          </a:xfrm>
        </p:grpSpPr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671628FF-6342-6F56-1DBA-A660C8CE2251}"/>
                </a:ext>
              </a:extLst>
            </p:cNvPr>
            <p:cNvSpPr/>
            <p:nvPr/>
          </p:nvSpPr>
          <p:spPr>
            <a:xfrm>
              <a:off x="3753428" y="1265383"/>
              <a:ext cx="5150426" cy="1524000"/>
            </a:xfrm>
            <a:prstGeom prst="rect">
              <a:avLst/>
            </a:prstGeom>
            <a:noFill/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13" name="四角形: 角を丸くする 312">
              <a:extLst>
                <a:ext uri="{FF2B5EF4-FFF2-40B4-BE49-F238E27FC236}">
                  <a16:creationId xmlns:a16="http://schemas.microsoft.com/office/drawing/2014/main" id="{47B0665D-47B9-8D41-EC2E-F752A0F0D290}"/>
                </a:ext>
              </a:extLst>
            </p:cNvPr>
            <p:cNvSpPr/>
            <p:nvPr/>
          </p:nvSpPr>
          <p:spPr>
            <a:xfrm>
              <a:off x="3753428" y="1265383"/>
              <a:ext cx="5150426" cy="283807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3600" b="1" i="0" u="sng" strike="noStrike" kern="0" cap="none" spc="0" normalizeH="0" baseline="0" noProof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+mn-ea"/>
                  <a:cs typeface="+mn-cs"/>
                </a:rPr>
                <a:t>時系列</a:t>
              </a:r>
              <a:r>
                <a:rPr kumimoji="0" lang="ja-JP" altLang="en-US" sz="36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の特徴量</a:t>
              </a:r>
              <a:endParaRPr kumimoji="0" lang="en-US" altLang="ja-JP" sz="3600" b="1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pic>
        <p:nvPicPr>
          <p:cNvPr id="314" name="図 313" descr="グラフ, 折れ線グラフ, ヒストグラム&#10;&#10;自動的に生成された説明">
            <a:extLst>
              <a:ext uri="{FF2B5EF4-FFF2-40B4-BE49-F238E27FC236}">
                <a16:creationId xmlns:a16="http://schemas.microsoft.com/office/drawing/2014/main" id="{39A7765D-A98F-AE91-2918-6A368D647AA6}"/>
              </a:ext>
            </a:extLst>
          </p:cNvPr>
          <p:cNvPicPr>
            <a:picLocks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6" t="15055" r="13285" b="12738"/>
          <a:stretch/>
        </p:blipFill>
        <p:spPr>
          <a:xfrm>
            <a:off x="22034648" y="18120827"/>
            <a:ext cx="1495894" cy="1098348"/>
          </a:xfrm>
          <a:prstGeom prst="rect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</p:pic>
      <p:grpSp>
        <p:nvGrpSpPr>
          <p:cNvPr id="315" name="グループ化 314">
            <a:extLst>
              <a:ext uri="{FF2B5EF4-FFF2-40B4-BE49-F238E27FC236}">
                <a16:creationId xmlns:a16="http://schemas.microsoft.com/office/drawing/2014/main" id="{F8BCCA33-DF8B-12D3-0868-A6125E7E29BD}"/>
              </a:ext>
            </a:extLst>
          </p:cNvPr>
          <p:cNvGrpSpPr/>
          <p:nvPr/>
        </p:nvGrpSpPr>
        <p:grpSpPr>
          <a:xfrm>
            <a:off x="15552575" y="17430747"/>
            <a:ext cx="6266610" cy="2096296"/>
            <a:chOff x="2808514" y="4710826"/>
            <a:chExt cx="4733267" cy="1208486"/>
          </a:xfrm>
        </p:grpSpPr>
        <p:sp>
          <p:nvSpPr>
            <p:cNvPr id="316" name="四角形: 角を丸くする 315">
              <a:extLst>
                <a:ext uri="{FF2B5EF4-FFF2-40B4-BE49-F238E27FC236}">
                  <a16:creationId xmlns:a16="http://schemas.microsoft.com/office/drawing/2014/main" id="{4FD08451-A311-D3B9-CEA6-AF817D92383F}"/>
                </a:ext>
              </a:extLst>
            </p:cNvPr>
            <p:cNvSpPr/>
            <p:nvPr/>
          </p:nvSpPr>
          <p:spPr>
            <a:xfrm>
              <a:off x="2808514" y="4710826"/>
              <a:ext cx="4630709" cy="1208486"/>
            </a:xfrm>
            <a:prstGeom prst="roundRect">
              <a:avLst/>
            </a:prstGeom>
            <a:solidFill>
              <a:srgbClr val="5B9BD5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ja-JP" sz="4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7" name="テキスト ボックス 316">
                  <a:extLst>
                    <a:ext uri="{FF2B5EF4-FFF2-40B4-BE49-F238E27FC236}">
                      <a16:creationId xmlns:a16="http://schemas.microsoft.com/office/drawing/2014/main" id="{62E17DD1-E29E-C9ED-5D41-E633609DD421}"/>
                    </a:ext>
                  </a:extLst>
                </p:cNvPr>
                <p:cNvSpPr txBox="1"/>
                <p:nvPr/>
              </p:nvSpPr>
              <p:spPr>
                <a:xfrm>
                  <a:off x="2917449" y="4813239"/>
                  <a:ext cx="3532930" cy="4509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kumimoji="0" lang="en-US" altLang="ja-JP" sz="24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num>
                          <m:den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 −(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kumimoji="0" lang="en-US" altLang="ja-JP" sz="2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317" name="テキスト ボックス 316">
                  <a:extLst>
                    <a:ext uri="{FF2B5EF4-FFF2-40B4-BE49-F238E27FC236}">
                      <a16:creationId xmlns:a16="http://schemas.microsoft.com/office/drawing/2014/main" id="{62E17DD1-E29E-C9ED-5D41-E633609DD4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449" y="4813239"/>
                  <a:ext cx="3532930" cy="4509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8" name="テキスト ボックス 317">
                  <a:extLst>
                    <a:ext uri="{FF2B5EF4-FFF2-40B4-BE49-F238E27FC236}">
                      <a16:creationId xmlns:a16="http://schemas.microsoft.com/office/drawing/2014/main" id="{CCF974F5-4363-6C8A-7E54-E59F80490007}"/>
                    </a:ext>
                  </a:extLst>
                </p:cNvPr>
                <p:cNvSpPr txBox="1"/>
                <p:nvPr/>
              </p:nvSpPr>
              <p:spPr>
                <a:xfrm>
                  <a:off x="2917449" y="5222828"/>
                  <a:ext cx="4033229" cy="45096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𝒚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kumimoji="0" lang="en-US" altLang="ja-JP" sz="2400" b="1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𝑽𝒙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𝑽𝒚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𝑽𝒙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𝑽𝒚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ja-JP" sz="2400" b="1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num>
                          <m:den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 −(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0" lang="en-US" altLang="ja-JP" sz="2400" b="1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kumimoji="0" lang="en-US" altLang="ja-JP" sz="2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318" name="テキスト ボックス 317">
                  <a:extLst>
                    <a:ext uri="{FF2B5EF4-FFF2-40B4-BE49-F238E27FC236}">
                      <a16:creationId xmlns:a16="http://schemas.microsoft.com/office/drawing/2014/main" id="{CCF974F5-4363-6C8A-7E54-E59F804900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7449" y="5222828"/>
                  <a:ext cx="4033229" cy="450965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9" name="テキスト ボックス 318">
                  <a:extLst>
                    <a:ext uri="{FF2B5EF4-FFF2-40B4-BE49-F238E27FC236}">
                      <a16:creationId xmlns:a16="http://schemas.microsoft.com/office/drawing/2014/main" id="{267DCB0C-6281-8A01-15CB-F69EA1F7AB8E}"/>
                    </a:ext>
                  </a:extLst>
                </p:cNvPr>
                <p:cNvSpPr txBox="1"/>
                <p:nvPr/>
              </p:nvSpPr>
              <p:spPr>
                <a:xfrm>
                  <a:off x="2927063" y="5692544"/>
                  <a:ext cx="4614718" cy="2117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ja-JP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游ゴシック" panose="020F0502020204030204"/>
                      <a:ea typeface="游ゴシック" panose="020B0400000000000000" pitchFamily="50" charset="-128"/>
                    </a:rPr>
                    <a:t>*</a:t>
                  </a:r>
                  <a14:m>
                    <m:oMath xmlns:m="http://schemas.openxmlformats.org/officeDocument/2006/math">
                      <m:r>
                        <a:rPr kumimoji="0" lang="en-US" altLang="ja-JP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0" lang="ja-JP" altLang="en-US" sz="24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時</m:t>
                      </m:r>
                    </m:oMath>
                  </a14:m>
                  <a:r>
                    <a:rPr kumimoji="0" lang="ja-JP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游ゴシック" panose="020F0502020204030204"/>
                      <a:ea typeface="游ゴシック" panose="020B0400000000000000" pitchFamily="50" charset="-128"/>
                    </a:rPr>
                    <a:t>における足位置を</a:t>
                  </a:r>
                  <a:r>
                    <a:rPr kumimoji="0" lang="en-US" altLang="ja-JP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游ゴシック" panose="020F0502020204030204"/>
                      <a:ea typeface="游ゴシック" panose="020B0400000000000000" pitchFamily="50" charset="-128"/>
                    </a:rPr>
                    <a:t>(x(t),y(t))</a:t>
                  </a:r>
                  <a:r>
                    <a:rPr kumimoji="0" lang="ja-JP" altLang="en-US" sz="24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游ゴシック" panose="020F0502020204030204"/>
                      <a:ea typeface="游ゴシック" panose="020B0400000000000000" pitchFamily="50" charset="-128"/>
                    </a:rPr>
                    <a:t>とする</a:t>
                  </a:r>
                  <a:endParaRPr kumimoji="0" lang="en-US" altLang="ja-JP" sz="24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游ゴシック" panose="020F0502020204030204"/>
                    <a:ea typeface="游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319" name="テキスト ボックス 318">
                  <a:extLst>
                    <a:ext uri="{FF2B5EF4-FFF2-40B4-BE49-F238E27FC236}">
                      <a16:creationId xmlns:a16="http://schemas.microsoft.com/office/drawing/2014/main" id="{267DCB0C-6281-8A01-15CB-F69EA1F7A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7063" y="5692544"/>
                  <a:ext cx="4614718" cy="211745"/>
                </a:xfrm>
                <a:prstGeom prst="rect">
                  <a:avLst/>
                </a:prstGeom>
                <a:blipFill>
                  <a:blip r:embed="rId19"/>
                  <a:stretch>
                    <a:fillRect l="-2994" t="-26667" b="-5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テキスト ボックス 319">
                <a:extLst>
                  <a:ext uri="{FF2B5EF4-FFF2-40B4-BE49-F238E27FC236}">
                    <a16:creationId xmlns:a16="http://schemas.microsoft.com/office/drawing/2014/main" id="{353D4AF9-69A7-9311-6238-AD329711066E}"/>
                  </a:ext>
                </a:extLst>
              </p:cNvPr>
              <p:cNvSpPr txBox="1"/>
              <p:nvPr/>
            </p:nvSpPr>
            <p:spPr>
              <a:xfrm>
                <a:off x="18901875" y="19546299"/>
                <a:ext cx="2781528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91440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×(</m:t>
                      </m:r>
                      <m:r>
                        <a:rPr lang="ja-JP" altLang="en-US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右足</m:t>
                      </m:r>
                      <m:r>
                        <a:rPr lang="en-US" altLang="ja-JP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ja-JP" altLang="en-US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左足</m:t>
                      </m:r>
                      <m:r>
                        <a:rPr lang="en-US" altLang="ja-JP" sz="24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3200">
                  <a:solidFill>
                    <a:prstClr val="black"/>
                  </a:solidFill>
                  <a:latin typeface="游ゴシック" panose="020F0502020204030204"/>
                </a:endParaRPr>
              </a:p>
              <a:p>
                <a:pPr defTabSz="914400"/>
                <a:endParaRPr lang="ja-JP" altLang="en-US" sz="2400" b="1">
                  <a:solidFill>
                    <a:prstClr val="black"/>
                  </a:solidFill>
                  <a:latin typeface="游ゴシック" panose="020F0502020204030204"/>
                  <a:ea typeface="游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320" name="テキスト ボックス 319">
                <a:extLst>
                  <a:ext uri="{FF2B5EF4-FFF2-40B4-BE49-F238E27FC236}">
                    <a16:creationId xmlns:a16="http://schemas.microsoft.com/office/drawing/2014/main" id="{353D4AF9-69A7-9311-6238-AD3297110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1875" y="19546299"/>
                <a:ext cx="2781528" cy="738664"/>
              </a:xfrm>
              <a:prstGeom prst="rect">
                <a:avLst/>
              </a:prstGeom>
              <a:blipFill>
                <a:blip r:embed="rId20"/>
                <a:stretch>
                  <a:fillRect t="-40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1" name="二等辺三角形 320">
            <a:extLst>
              <a:ext uri="{FF2B5EF4-FFF2-40B4-BE49-F238E27FC236}">
                <a16:creationId xmlns:a16="http://schemas.microsoft.com/office/drawing/2014/main" id="{9766F850-4E3C-5797-14EF-8BB9ECC5EED0}"/>
              </a:ext>
            </a:extLst>
          </p:cNvPr>
          <p:cNvSpPr/>
          <p:nvPr/>
        </p:nvSpPr>
        <p:spPr>
          <a:xfrm rot="5400000">
            <a:off x="21238381" y="18284861"/>
            <a:ext cx="1098348" cy="413446"/>
          </a:xfrm>
          <a:prstGeom prst="triangle">
            <a:avLst/>
          </a:prstGeom>
          <a:solidFill>
            <a:srgbClr val="E7E6E6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322" name="図 321" descr="グラフ, ヒストグラム&#10;&#10;自動的に生成された説明">
            <a:extLst>
              <a:ext uri="{FF2B5EF4-FFF2-40B4-BE49-F238E27FC236}">
                <a16:creationId xmlns:a16="http://schemas.microsoft.com/office/drawing/2014/main" id="{05BA37B7-270F-7875-A70C-D383AC77364A}"/>
              </a:ext>
            </a:extLst>
          </p:cNvPr>
          <p:cNvPicPr>
            <a:picLocks/>
          </p:cNvPicPr>
          <p:nvPr/>
        </p:nvPicPr>
        <p:blipFill rotWithShape="1">
          <a:blip r:embed="rId21">
            <a:duotone>
              <a:srgbClr val="FFC00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8" t="36717" r="33677" b="29707"/>
          <a:stretch/>
        </p:blipFill>
        <p:spPr>
          <a:xfrm>
            <a:off x="22571451" y="18174054"/>
            <a:ext cx="1495894" cy="1098348"/>
          </a:xfrm>
          <a:prstGeom prst="rect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</p:pic>
      <p:pic>
        <p:nvPicPr>
          <p:cNvPr id="323" name="図 322" descr="グラフ, ヒストグラム&#10;&#10;自動的に生成された説明">
            <a:extLst>
              <a:ext uri="{FF2B5EF4-FFF2-40B4-BE49-F238E27FC236}">
                <a16:creationId xmlns:a16="http://schemas.microsoft.com/office/drawing/2014/main" id="{02EE0935-A278-E823-AE65-54EF93F1FC06}"/>
              </a:ext>
            </a:extLst>
          </p:cNvPr>
          <p:cNvPicPr>
            <a:picLocks/>
          </p:cNvPicPr>
          <p:nvPr/>
        </p:nvPicPr>
        <p:blipFill rotWithShape="1">
          <a:blip r:embed="rId22">
            <a:duotone>
              <a:srgbClr val="5B9BD5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57" t="13734" r="11107" b="42702"/>
          <a:stretch/>
        </p:blipFill>
        <p:spPr>
          <a:xfrm>
            <a:off x="22034648" y="18654595"/>
            <a:ext cx="1495894" cy="1098348"/>
          </a:xfrm>
          <a:prstGeom prst="rect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</p:pic>
      <p:pic>
        <p:nvPicPr>
          <p:cNvPr id="324" name="図 323" descr="グラフ, 折れ線グラフ, ヒストグラム&#10;&#10;自動的に生成された説明">
            <a:extLst>
              <a:ext uri="{FF2B5EF4-FFF2-40B4-BE49-F238E27FC236}">
                <a16:creationId xmlns:a16="http://schemas.microsoft.com/office/drawing/2014/main" id="{DF6EB4C6-A30A-3F26-F8EF-B063636B7E87}"/>
              </a:ext>
            </a:extLst>
          </p:cNvPr>
          <p:cNvPicPr>
            <a:picLocks/>
          </p:cNvPicPr>
          <p:nvPr/>
        </p:nvPicPr>
        <p:blipFill rotWithShape="1">
          <a:blip r:embed="rId23">
            <a:duotone>
              <a:srgbClr val="ED7D31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71" t="25641" r="14834" b="29075"/>
          <a:stretch/>
        </p:blipFill>
        <p:spPr>
          <a:xfrm>
            <a:off x="22594107" y="18706433"/>
            <a:ext cx="1495894" cy="1098348"/>
          </a:xfrm>
          <a:prstGeom prst="rect">
            <a:avLst/>
          </a:prstGeom>
          <a:ln>
            <a:solidFill>
              <a:sysClr val="window" lastClr="FFFFFF">
                <a:lumMod val="65000"/>
              </a:sysClr>
            </a:solidFill>
          </a:ln>
        </p:spPr>
      </p:pic>
      <p:sp>
        <p:nvSpPr>
          <p:cNvPr id="325" name="テキスト ボックス 324">
            <a:extLst>
              <a:ext uri="{FF2B5EF4-FFF2-40B4-BE49-F238E27FC236}">
                <a16:creationId xmlns:a16="http://schemas.microsoft.com/office/drawing/2014/main" id="{519D6DC0-F19D-C42C-B8D8-812E1EF8B9C7}"/>
              </a:ext>
            </a:extLst>
          </p:cNvPr>
          <p:cNvSpPr txBox="1"/>
          <p:nvPr/>
        </p:nvSpPr>
        <p:spPr>
          <a:xfrm>
            <a:off x="21172202" y="17499494"/>
            <a:ext cx="3238920" cy="82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en-US" altLang="ja-JP" sz="2400">
                <a:solidFill>
                  <a:prstClr val="black"/>
                </a:solidFill>
                <a:latin typeface="+mn-ea"/>
              </a:rPr>
              <a:t>3.0s</a:t>
            </a:r>
            <a:r>
              <a:rPr lang="ja-JP" altLang="en-US" sz="2400">
                <a:solidFill>
                  <a:prstClr val="black"/>
                </a:solidFill>
                <a:latin typeface="+mn-ea"/>
              </a:rPr>
              <a:t>長の加速度</a:t>
            </a:r>
            <a:r>
              <a:rPr lang="en-US" altLang="ja-JP" sz="2400">
                <a:solidFill>
                  <a:prstClr val="black"/>
                </a:solidFill>
                <a:latin typeface="+mn-ea"/>
              </a:rPr>
              <a:t>×</a:t>
            </a:r>
          </a:p>
          <a:p>
            <a:pPr algn="r" defTabSz="914400">
              <a:defRPr/>
            </a:pPr>
            <a:r>
              <a:rPr lang="ja-JP" altLang="en-US" sz="2400">
                <a:solidFill>
                  <a:prstClr val="black"/>
                </a:solidFill>
                <a:latin typeface="+mn-ea"/>
              </a:rPr>
              <a:t>４</a:t>
            </a:r>
            <a:r>
              <a:rPr lang="en-US" altLang="ja-JP" sz="2400">
                <a:solidFill>
                  <a:prstClr val="black"/>
                </a:solidFill>
                <a:latin typeface="+mn-ea"/>
              </a:rPr>
              <a:t>(</a:t>
            </a:r>
            <a:r>
              <a:rPr lang="ja-JP" altLang="en-US" sz="2400">
                <a:solidFill>
                  <a:prstClr val="black"/>
                </a:solidFill>
                <a:latin typeface="+mn-ea"/>
              </a:rPr>
              <a:t>左右足</a:t>
            </a:r>
            <a:r>
              <a:rPr lang="en-US" altLang="ja-JP" sz="2400">
                <a:solidFill>
                  <a:prstClr val="black"/>
                </a:solidFill>
                <a:latin typeface="+mn-ea"/>
              </a:rPr>
              <a:t>×2</a:t>
            </a:r>
            <a:r>
              <a:rPr lang="ja-JP" altLang="en-US" sz="2400">
                <a:solidFill>
                  <a:prstClr val="black"/>
                </a:solidFill>
                <a:latin typeface="+mn-ea"/>
              </a:rPr>
              <a:t>軸</a:t>
            </a:r>
            <a:r>
              <a:rPr lang="en-US" altLang="ja-JP" sz="2400">
                <a:solidFill>
                  <a:prstClr val="black"/>
                </a:solidFill>
                <a:latin typeface="+mn-ea"/>
              </a:rPr>
              <a:t>)</a:t>
            </a:r>
            <a:endParaRPr lang="en-US" altLang="ja-JP" sz="240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53" name="正方形/長方形 352">
            <a:extLst>
              <a:ext uri="{FF2B5EF4-FFF2-40B4-BE49-F238E27FC236}">
                <a16:creationId xmlns:a16="http://schemas.microsoft.com/office/drawing/2014/main" id="{1E3E34CE-0308-1F11-FFA0-C12E1FE4F3B6}"/>
              </a:ext>
            </a:extLst>
          </p:cNvPr>
          <p:cNvSpPr/>
          <p:nvPr/>
        </p:nvSpPr>
        <p:spPr>
          <a:xfrm>
            <a:off x="24368187" y="18507864"/>
            <a:ext cx="4324021" cy="28664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55" name="四角形: 角を丸くする 354">
            <a:extLst>
              <a:ext uri="{FF2B5EF4-FFF2-40B4-BE49-F238E27FC236}">
                <a16:creationId xmlns:a16="http://schemas.microsoft.com/office/drawing/2014/main" id="{5E56A829-3387-25D8-DC88-2649C507B65F}"/>
              </a:ext>
            </a:extLst>
          </p:cNvPr>
          <p:cNvSpPr/>
          <p:nvPr/>
        </p:nvSpPr>
        <p:spPr>
          <a:xfrm>
            <a:off x="25021834" y="20908025"/>
            <a:ext cx="1763281" cy="43431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検証データ</a:t>
            </a:r>
            <a:endParaRPr kumimoji="0" lang="en-US" altLang="ja-JP" sz="2400" b="1" i="0" u="none" strike="noStrike" kern="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356" name="四角形: 角を丸くする 355">
            <a:extLst>
              <a:ext uri="{FF2B5EF4-FFF2-40B4-BE49-F238E27FC236}">
                <a16:creationId xmlns:a16="http://schemas.microsoft.com/office/drawing/2014/main" id="{0D5277D2-441F-1A46-2C49-5BEEA5C630C9}"/>
              </a:ext>
            </a:extLst>
          </p:cNvPr>
          <p:cNvSpPr/>
          <p:nvPr/>
        </p:nvSpPr>
        <p:spPr>
          <a:xfrm>
            <a:off x="26606510" y="20808233"/>
            <a:ext cx="2197090" cy="434314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テストデータ</a:t>
            </a:r>
            <a:endParaRPr kumimoji="0" lang="en-US" altLang="ja-JP" sz="2400" b="1" i="0" u="none" strike="noStrike" kern="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357" name="正方形/長方形 356">
            <a:extLst>
              <a:ext uri="{FF2B5EF4-FFF2-40B4-BE49-F238E27FC236}">
                <a16:creationId xmlns:a16="http://schemas.microsoft.com/office/drawing/2014/main" id="{C7F0E87A-235D-5282-47BC-8DF5F3068697}"/>
              </a:ext>
            </a:extLst>
          </p:cNvPr>
          <p:cNvSpPr/>
          <p:nvPr/>
        </p:nvSpPr>
        <p:spPr>
          <a:xfrm>
            <a:off x="24367196" y="19515484"/>
            <a:ext cx="3671712" cy="609443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8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訓練データ</a:t>
            </a:r>
          </a:p>
        </p:txBody>
      </p:sp>
      <p:sp>
        <p:nvSpPr>
          <p:cNvPr id="358" name="正方形/長方形 357">
            <a:extLst>
              <a:ext uri="{FF2B5EF4-FFF2-40B4-BE49-F238E27FC236}">
                <a16:creationId xmlns:a16="http://schemas.microsoft.com/office/drawing/2014/main" id="{88218976-4E0E-3058-FBF5-D3F5BC7E56A6}"/>
              </a:ext>
            </a:extLst>
          </p:cNvPr>
          <p:cNvSpPr/>
          <p:nvPr/>
        </p:nvSpPr>
        <p:spPr>
          <a:xfrm>
            <a:off x="28038908" y="19515484"/>
            <a:ext cx="654695" cy="609443"/>
          </a:xfrm>
          <a:prstGeom prst="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59" name="正方形/長方形 358">
            <a:extLst>
              <a:ext uri="{FF2B5EF4-FFF2-40B4-BE49-F238E27FC236}">
                <a16:creationId xmlns:a16="http://schemas.microsoft.com/office/drawing/2014/main" id="{E5C51CAA-6B68-84DE-09AA-5D7219C42B17}"/>
              </a:ext>
            </a:extLst>
          </p:cNvPr>
          <p:cNvSpPr/>
          <p:nvPr/>
        </p:nvSpPr>
        <p:spPr>
          <a:xfrm>
            <a:off x="27383717" y="19835318"/>
            <a:ext cx="654695" cy="289608"/>
          </a:xfrm>
          <a:prstGeom prst="rect">
            <a:avLst/>
          </a:prstGeom>
          <a:solidFill>
            <a:srgbClr val="70AD47"/>
          </a:solidFill>
          <a:ln w="127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0" name="吹き出し: 線 359">
            <a:extLst>
              <a:ext uri="{FF2B5EF4-FFF2-40B4-BE49-F238E27FC236}">
                <a16:creationId xmlns:a16="http://schemas.microsoft.com/office/drawing/2014/main" id="{A9DFB9D5-BA1A-0B93-0229-7232FD1B1899}"/>
              </a:ext>
            </a:extLst>
          </p:cNvPr>
          <p:cNvSpPr/>
          <p:nvPr/>
        </p:nvSpPr>
        <p:spPr>
          <a:xfrm>
            <a:off x="27383717" y="19904294"/>
            <a:ext cx="653796" cy="220632"/>
          </a:xfrm>
          <a:prstGeom prst="borderCallout1">
            <a:avLst>
              <a:gd name="adj1" fmla="val 114832"/>
              <a:gd name="adj2" fmla="val -19973"/>
              <a:gd name="adj3" fmla="val 238043"/>
              <a:gd name="adj4" fmla="val -126850"/>
            </a:avLst>
          </a:prstGeom>
          <a:noFill/>
          <a:ln w="3810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1" name="吹き出し: 線 360">
            <a:extLst>
              <a:ext uri="{FF2B5EF4-FFF2-40B4-BE49-F238E27FC236}">
                <a16:creationId xmlns:a16="http://schemas.microsoft.com/office/drawing/2014/main" id="{ABD86C34-9F53-9A66-7D2D-3DFFDC82EF13}"/>
              </a:ext>
            </a:extLst>
          </p:cNvPr>
          <p:cNvSpPr/>
          <p:nvPr/>
        </p:nvSpPr>
        <p:spPr>
          <a:xfrm>
            <a:off x="28037513" y="19515024"/>
            <a:ext cx="654695" cy="609441"/>
          </a:xfrm>
          <a:prstGeom prst="borderCallout1">
            <a:avLst>
              <a:gd name="adj1" fmla="val 111346"/>
              <a:gd name="adj2" fmla="val 36401"/>
              <a:gd name="adj3" fmla="val 198594"/>
              <a:gd name="adj4" fmla="val 2421"/>
            </a:avLst>
          </a:prstGeom>
          <a:noFill/>
          <a:ln w="3810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2" name="右中かっこ 361">
            <a:extLst>
              <a:ext uri="{FF2B5EF4-FFF2-40B4-BE49-F238E27FC236}">
                <a16:creationId xmlns:a16="http://schemas.microsoft.com/office/drawing/2014/main" id="{DD3A0CF1-26D1-A708-2458-01B488C20BD5}"/>
              </a:ext>
            </a:extLst>
          </p:cNvPr>
          <p:cNvSpPr/>
          <p:nvPr/>
        </p:nvSpPr>
        <p:spPr>
          <a:xfrm rot="16200000">
            <a:off x="26021733" y="17560804"/>
            <a:ext cx="326162" cy="3582267"/>
          </a:xfrm>
          <a:prstGeom prst="rightBrace">
            <a:avLst>
              <a:gd name="adj1" fmla="val 42184"/>
              <a:gd name="adj2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3" name="正方形/長方形 362">
            <a:extLst>
              <a:ext uri="{FF2B5EF4-FFF2-40B4-BE49-F238E27FC236}">
                <a16:creationId xmlns:a16="http://schemas.microsoft.com/office/drawing/2014/main" id="{09B8CBE8-CF8F-2F48-F5A7-532104F26C8B}"/>
              </a:ext>
            </a:extLst>
          </p:cNvPr>
          <p:cNvSpPr/>
          <p:nvPr/>
        </p:nvSpPr>
        <p:spPr>
          <a:xfrm>
            <a:off x="25890250" y="18758371"/>
            <a:ext cx="716260" cy="60757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90%</a:t>
            </a:r>
            <a:endParaRPr kumimoji="0" lang="ja-JP" altLang="en-US" sz="2000" b="1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4" name="右中かっこ 363">
            <a:extLst>
              <a:ext uri="{FF2B5EF4-FFF2-40B4-BE49-F238E27FC236}">
                <a16:creationId xmlns:a16="http://schemas.microsoft.com/office/drawing/2014/main" id="{CF1C887D-7541-4DD9-334E-7315EAFAFD99}"/>
              </a:ext>
            </a:extLst>
          </p:cNvPr>
          <p:cNvSpPr/>
          <p:nvPr/>
        </p:nvSpPr>
        <p:spPr>
          <a:xfrm rot="16200000">
            <a:off x="28177660" y="19003985"/>
            <a:ext cx="326162" cy="654696"/>
          </a:xfrm>
          <a:prstGeom prst="rightBrace">
            <a:avLst>
              <a:gd name="adj1" fmla="val 42184"/>
              <a:gd name="adj2" fmla="val 50000"/>
            </a:avLst>
          </a:prstGeom>
          <a:noFill/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5" name="正方形/長方形 364">
            <a:extLst>
              <a:ext uri="{FF2B5EF4-FFF2-40B4-BE49-F238E27FC236}">
                <a16:creationId xmlns:a16="http://schemas.microsoft.com/office/drawing/2014/main" id="{F85A3509-33F7-B53E-3400-5C36EB0F6F78}"/>
              </a:ext>
            </a:extLst>
          </p:cNvPr>
          <p:cNvSpPr/>
          <p:nvPr/>
        </p:nvSpPr>
        <p:spPr>
          <a:xfrm>
            <a:off x="27980472" y="18758371"/>
            <a:ext cx="716260" cy="60757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10%</a:t>
            </a:r>
            <a:endParaRPr kumimoji="0" lang="ja-JP" altLang="en-US" sz="2000" b="1" i="0" u="none" strike="noStrike" kern="0" cap="none" spc="0" normalizeH="0" baseline="0" noProof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6" name="右中かっこ 365">
            <a:extLst>
              <a:ext uri="{FF2B5EF4-FFF2-40B4-BE49-F238E27FC236}">
                <a16:creationId xmlns:a16="http://schemas.microsoft.com/office/drawing/2014/main" id="{7839BB15-184F-4636-AB71-466EB182AEEE}"/>
              </a:ext>
            </a:extLst>
          </p:cNvPr>
          <p:cNvSpPr/>
          <p:nvPr/>
        </p:nvSpPr>
        <p:spPr>
          <a:xfrm rot="5400000">
            <a:off x="25669313" y="18930312"/>
            <a:ext cx="326162" cy="2841853"/>
          </a:xfrm>
          <a:prstGeom prst="rightBrace">
            <a:avLst>
              <a:gd name="adj1" fmla="val 42184"/>
              <a:gd name="adj2" fmla="val 50000"/>
            </a:avLst>
          </a:prstGeom>
          <a:noFill/>
          <a:ln w="6350" cap="flat" cmpd="sng" algn="ctr">
            <a:solidFill>
              <a:srgbClr val="4472C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7" name="正方形/長方形 366">
            <a:extLst>
              <a:ext uri="{FF2B5EF4-FFF2-40B4-BE49-F238E27FC236}">
                <a16:creationId xmlns:a16="http://schemas.microsoft.com/office/drawing/2014/main" id="{F17E086C-2101-4C6A-5628-2CDE5078B5B7}"/>
              </a:ext>
            </a:extLst>
          </p:cNvPr>
          <p:cNvSpPr/>
          <p:nvPr/>
        </p:nvSpPr>
        <p:spPr>
          <a:xfrm>
            <a:off x="25532119" y="20382101"/>
            <a:ext cx="716260" cy="60757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85%</a:t>
            </a:r>
            <a:endParaRPr kumimoji="0" lang="ja-JP" altLang="en-US" sz="2000" b="1" i="0" u="none" strike="noStrike" kern="0" cap="none" spc="0" normalizeH="0" baseline="0" noProof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8" name="右中かっこ 367">
            <a:extLst>
              <a:ext uri="{FF2B5EF4-FFF2-40B4-BE49-F238E27FC236}">
                <a16:creationId xmlns:a16="http://schemas.microsoft.com/office/drawing/2014/main" id="{EDAFE151-D0F2-34E9-B972-0D112C49AC38}"/>
              </a:ext>
            </a:extLst>
          </p:cNvPr>
          <p:cNvSpPr/>
          <p:nvPr/>
        </p:nvSpPr>
        <p:spPr>
          <a:xfrm rot="5400000">
            <a:off x="27541914" y="20023893"/>
            <a:ext cx="326162" cy="654696"/>
          </a:xfrm>
          <a:prstGeom prst="rightBrace">
            <a:avLst>
              <a:gd name="adj1" fmla="val 42184"/>
              <a:gd name="adj2" fmla="val 50000"/>
            </a:avLst>
          </a:prstGeom>
          <a:noFill/>
          <a:ln w="6350" cap="flat" cmpd="sng" algn="ctr">
            <a:solidFill>
              <a:srgbClr val="70AD4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369" name="正方形/長方形 368">
            <a:extLst>
              <a:ext uri="{FF2B5EF4-FFF2-40B4-BE49-F238E27FC236}">
                <a16:creationId xmlns:a16="http://schemas.microsoft.com/office/drawing/2014/main" id="{863D43AC-AE48-C621-831B-E9C1C0AB42AA}"/>
              </a:ext>
            </a:extLst>
          </p:cNvPr>
          <p:cNvSpPr/>
          <p:nvPr/>
        </p:nvSpPr>
        <p:spPr>
          <a:xfrm>
            <a:off x="27397662" y="20382101"/>
            <a:ext cx="716260" cy="60757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2000" b="1" i="0" u="none" strike="noStrike" kern="0" cap="none" spc="0" normalizeH="0" baseline="0" noProof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15%</a:t>
            </a:r>
            <a:endParaRPr kumimoji="0" lang="ja-JP" altLang="en-US" sz="2000" b="1" i="0" u="none" strike="noStrike" kern="0" cap="none" spc="0" normalizeH="0" baseline="0" noProof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380" name="グループ化 379">
            <a:extLst>
              <a:ext uri="{FF2B5EF4-FFF2-40B4-BE49-F238E27FC236}">
                <a16:creationId xmlns:a16="http://schemas.microsoft.com/office/drawing/2014/main" id="{EC0BB979-2CD6-4800-BD09-72211D32C318}"/>
              </a:ext>
            </a:extLst>
          </p:cNvPr>
          <p:cNvGrpSpPr/>
          <p:nvPr/>
        </p:nvGrpSpPr>
        <p:grpSpPr>
          <a:xfrm>
            <a:off x="24338904" y="13933835"/>
            <a:ext cx="4324021" cy="2457686"/>
            <a:chOff x="24905207" y="14240209"/>
            <a:chExt cx="3048081" cy="1634167"/>
          </a:xfrm>
        </p:grpSpPr>
        <p:sp>
          <p:nvSpPr>
            <p:cNvPr id="370" name="正方形/長方形 369">
              <a:extLst>
                <a:ext uri="{FF2B5EF4-FFF2-40B4-BE49-F238E27FC236}">
                  <a16:creationId xmlns:a16="http://schemas.microsoft.com/office/drawing/2014/main" id="{C095B836-6D64-8250-6F9A-2FF4C1C81B74}"/>
                </a:ext>
              </a:extLst>
            </p:cNvPr>
            <p:cNvSpPr/>
            <p:nvPr/>
          </p:nvSpPr>
          <p:spPr>
            <a:xfrm>
              <a:off x="24905207" y="14730930"/>
              <a:ext cx="2511118" cy="395009"/>
            </a:xfrm>
            <a:prstGeom prst="rect">
              <a:avLst/>
            </a:prstGeom>
            <a:solidFill>
              <a:srgbClr val="4472C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8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訓練データ</a:t>
              </a:r>
            </a:p>
          </p:txBody>
        </p:sp>
        <p:sp>
          <p:nvSpPr>
            <p:cNvPr id="371" name="正方形/長方形 370">
              <a:extLst>
                <a:ext uri="{FF2B5EF4-FFF2-40B4-BE49-F238E27FC236}">
                  <a16:creationId xmlns:a16="http://schemas.microsoft.com/office/drawing/2014/main" id="{59D23DE5-59DE-C605-C78C-837AAFC6F865}"/>
                </a:ext>
              </a:extLst>
            </p:cNvPr>
            <p:cNvSpPr/>
            <p:nvPr/>
          </p:nvSpPr>
          <p:spPr>
            <a:xfrm>
              <a:off x="27415370" y="14733371"/>
              <a:ext cx="447752" cy="395009"/>
            </a:xfrm>
            <a:prstGeom prst="rect">
              <a:avLst/>
            </a:prstGeom>
            <a:solidFill>
              <a:srgbClr val="ED7D3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72" name="吹き出し: 線 371">
              <a:extLst>
                <a:ext uri="{FF2B5EF4-FFF2-40B4-BE49-F238E27FC236}">
                  <a16:creationId xmlns:a16="http://schemas.microsoft.com/office/drawing/2014/main" id="{5ED41B23-4E64-B925-6419-1857E989B410}"/>
                </a:ext>
              </a:extLst>
            </p:cNvPr>
            <p:cNvSpPr/>
            <p:nvPr/>
          </p:nvSpPr>
          <p:spPr>
            <a:xfrm>
              <a:off x="27415371" y="14730632"/>
              <a:ext cx="447752" cy="395008"/>
            </a:xfrm>
            <a:prstGeom prst="borderCallout1">
              <a:avLst>
                <a:gd name="adj1" fmla="val 111346"/>
                <a:gd name="adj2" fmla="val 36401"/>
                <a:gd name="adj3" fmla="val 198594"/>
                <a:gd name="adj4" fmla="val 2421"/>
              </a:avLst>
            </a:prstGeom>
            <a:noFill/>
            <a:ln w="1905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73" name="右中かっこ 372">
              <a:extLst>
                <a:ext uri="{FF2B5EF4-FFF2-40B4-BE49-F238E27FC236}">
                  <a16:creationId xmlns:a16="http://schemas.microsoft.com/office/drawing/2014/main" id="{1C8B2625-8211-18B6-C9BC-2D89BD4AE6B1}"/>
                </a:ext>
              </a:extLst>
            </p:cNvPr>
            <p:cNvSpPr/>
            <p:nvPr/>
          </p:nvSpPr>
          <p:spPr>
            <a:xfrm rot="16200000">
              <a:off x="26042592" y="13399955"/>
              <a:ext cx="211401" cy="2449946"/>
            </a:xfrm>
            <a:prstGeom prst="rightBrace">
              <a:avLst>
                <a:gd name="adj1" fmla="val 42184"/>
                <a:gd name="adj2" fmla="val 50000"/>
              </a:avLst>
            </a:prstGeom>
            <a:noFill/>
            <a:ln w="63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74" name="正方形/長方形 373">
              <a:extLst>
                <a:ext uri="{FF2B5EF4-FFF2-40B4-BE49-F238E27FC236}">
                  <a16:creationId xmlns:a16="http://schemas.microsoft.com/office/drawing/2014/main" id="{96299118-8777-D063-E898-B645949994AC}"/>
                </a:ext>
              </a:extLst>
            </p:cNvPr>
            <p:cNvSpPr/>
            <p:nvPr/>
          </p:nvSpPr>
          <p:spPr>
            <a:xfrm>
              <a:off x="25946838" y="14240209"/>
              <a:ext cx="489857" cy="3937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2000" b="1" i="0" u="none" strike="noStrike" kern="0" cap="none" spc="0" normalizeH="0" baseline="0" noProof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90%</a:t>
              </a:r>
              <a:endParaRPr kumimoji="0" lang="ja-JP" altLang="en-US" sz="2000" b="1" i="0" u="none" strike="noStrike" kern="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75" name="右中かっこ 374">
              <a:extLst>
                <a:ext uri="{FF2B5EF4-FFF2-40B4-BE49-F238E27FC236}">
                  <a16:creationId xmlns:a16="http://schemas.microsoft.com/office/drawing/2014/main" id="{F1B756B3-CB3C-1920-5C6B-5D2B309ED659}"/>
                </a:ext>
              </a:extLst>
            </p:cNvPr>
            <p:cNvSpPr/>
            <p:nvPr/>
          </p:nvSpPr>
          <p:spPr>
            <a:xfrm rot="16200000">
              <a:off x="27517051" y="14387697"/>
              <a:ext cx="211401" cy="447753"/>
            </a:xfrm>
            <a:prstGeom prst="rightBrace">
              <a:avLst>
                <a:gd name="adj1" fmla="val 42184"/>
                <a:gd name="adj2" fmla="val 50000"/>
              </a:avLst>
            </a:prstGeom>
            <a:noFill/>
            <a:ln w="6350" cap="flat" cmpd="sng" algn="ctr">
              <a:solidFill>
                <a:srgbClr val="ED7D3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3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76" name="正方形/長方形 375">
              <a:extLst>
                <a:ext uri="{FF2B5EF4-FFF2-40B4-BE49-F238E27FC236}">
                  <a16:creationId xmlns:a16="http://schemas.microsoft.com/office/drawing/2014/main" id="{9722BC40-0018-1530-FF35-C9862B5D4593}"/>
                </a:ext>
              </a:extLst>
            </p:cNvPr>
            <p:cNvSpPr/>
            <p:nvPr/>
          </p:nvSpPr>
          <p:spPr>
            <a:xfrm>
              <a:off x="27376360" y="14240209"/>
              <a:ext cx="489857" cy="39379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2000" b="1" i="0" u="none" strike="noStrike" kern="0" cap="none" spc="0" normalizeH="0" baseline="0" noProof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10%</a:t>
              </a:r>
              <a:endParaRPr kumimoji="0" lang="ja-JP" altLang="en-US" sz="2000" b="1" i="0" u="none" strike="noStrike" kern="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79" name="四角形: 角を丸くする 378">
              <a:extLst>
                <a:ext uri="{FF2B5EF4-FFF2-40B4-BE49-F238E27FC236}">
                  <a16:creationId xmlns:a16="http://schemas.microsoft.com/office/drawing/2014/main" id="{7ED3B1D7-0251-71FD-2C02-1B8C8BE6CF1A}"/>
                </a:ext>
              </a:extLst>
            </p:cNvPr>
            <p:cNvSpPr/>
            <p:nvPr/>
          </p:nvSpPr>
          <p:spPr>
            <a:xfrm>
              <a:off x="26436695" y="15604820"/>
              <a:ext cx="1516593" cy="269556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テストデータ</a:t>
              </a:r>
              <a:endParaRPr kumimoji="0" lang="en-US" altLang="ja-JP" sz="2400" b="1" i="0" u="none" strike="noStrike" kern="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</p:grpSp>
      <p:grpSp>
        <p:nvGrpSpPr>
          <p:cNvPr id="381" name="グループ化 380">
            <a:extLst>
              <a:ext uri="{FF2B5EF4-FFF2-40B4-BE49-F238E27FC236}">
                <a16:creationId xmlns:a16="http://schemas.microsoft.com/office/drawing/2014/main" id="{0B7A95F4-3971-3201-72C5-67286E090222}"/>
              </a:ext>
            </a:extLst>
          </p:cNvPr>
          <p:cNvGrpSpPr/>
          <p:nvPr/>
        </p:nvGrpSpPr>
        <p:grpSpPr>
          <a:xfrm>
            <a:off x="15546674" y="20144159"/>
            <a:ext cx="8720223" cy="1881083"/>
            <a:chOff x="3753428" y="1265383"/>
            <a:chExt cx="5150426" cy="1524000"/>
          </a:xfrm>
        </p:grpSpPr>
        <p:sp>
          <p:nvSpPr>
            <p:cNvPr id="382" name="正方形/長方形 381">
              <a:extLst>
                <a:ext uri="{FF2B5EF4-FFF2-40B4-BE49-F238E27FC236}">
                  <a16:creationId xmlns:a16="http://schemas.microsoft.com/office/drawing/2014/main" id="{DE17B99D-832A-298D-89CA-BA8EB1690898}"/>
                </a:ext>
              </a:extLst>
            </p:cNvPr>
            <p:cNvSpPr/>
            <p:nvPr/>
          </p:nvSpPr>
          <p:spPr>
            <a:xfrm>
              <a:off x="3753428" y="1265383"/>
              <a:ext cx="5150426" cy="1524000"/>
            </a:xfrm>
            <a:prstGeom prst="rect">
              <a:avLst/>
            </a:prstGeom>
            <a:noFill/>
            <a:ln w="12700" cap="flat" cmpd="sng" algn="ctr">
              <a:solidFill>
                <a:srgbClr val="5B9BD5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383" name="四角形: 角を丸くする 382">
              <a:extLst>
                <a:ext uri="{FF2B5EF4-FFF2-40B4-BE49-F238E27FC236}">
                  <a16:creationId xmlns:a16="http://schemas.microsoft.com/office/drawing/2014/main" id="{64B83CD1-62D1-3747-5FCD-8B61107EABB2}"/>
                </a:ext>
              </a:extLst>
            </p:cNvPr>
            <p:cNvSpPr/>
            <p:nvPr/>
          </p:nvSpPr>
          <p:spPr>
            <a:xfrm>
              <a:off x="3753428" y="1265383"/>
              <a:ext cx="5150426" cy="471784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3200" b="1" i="0" u="sng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+mn-cs"/>
                </a:rPr>
                <a:t>アピアランスベース手法のデータセット</a:t>
              </a:r>
              <a:endParaRPr kumimoji="0" lang="en-US" altLang="ja-JP" sz="3200" b="1" i="0" u="sng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cxnSp>
        <p:nvCxnSpPr>
          <p:cNvPr id="386" name="直線コネクタ 385">
            <a:extLst>
              <a:ext uri="{FF2B5EF4-FFF2-40B4-BE49-F238E27FC236}">
                <a16:creationId xmlns:a16="http://schemas.microsoft.com/office/drawing/2014/main" id="{7DB53DB4-4D46-E700-3E90-04DAD549FF74}"/>
              </a:ext>
            </a:extLst>
          </p:cNvPr>
          <p:cNvCxnSpPr>
            <a:cxnSpLocks/>
          </p:cNvCxnSpPr>
          <p:nvPr/>
        </p:nvCxnSpPr>
        <p:spPr>
          <a:xfrm flipV="1">
            <a:off x="16129992" y="22595255"/>
            <a:ext cx="10765706" cy="1765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正方形/長方形 386">
            <a:extLst>
              <a:ext uri="{FF2B5EF4-FFF2-40B4-BE49-F238E27FC236}">
                <a16:creationId xmlns:a16="http://schemas.microsoft.com/office/drawing/2014/main" id="{819C5179-6E94-6A19-9799-5BE04702ED39}"/>
              </a:ext>
            </a:extLst>
          </p:cNvPr>
          <p:cNvSpPr/>
          <p:nvPr/>
        </p:nvSpPr>
        <p:spPr>
          <a:xfrm>
            <a:off x="18488509" y="22178851"/>
            <a:ext cx="6048673" cy="90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810" tIns="43905" rIns="87810" bIns="43905" rtlCol="0" anchor="ctr"/>
          <a:lstStyle/>
          <a:p>
            <a:pPr algn="ctr"/>
            <a:r>
              <a:rPr lang="ja-JP" altLang="en-US" sz="58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識別モデル構築</a:t>
            </a:r>
            <a:endParaRPr lang="ja-JP" altLang="en-US" sz="5800" b="1" dirty="0">
              <a:solidFill>
                <a:schemeClr val="accent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90" name="グループ化 389">
            <a:extLst>
              <a:ext uri="{FF2B5EF4-FFF2-40B4-BE49-F238E27FC236}">
                <a16:creationId xmlns:a16="http://schemas.microsoft.com/office/drawing/2014/main" id="{B1564A19-EACC-AA21-1E67-98A9CF537A38}"/>
              </a:ext>
            </a:extLst>
          </p:cNvPr>
          <p:cNvGrpSpPr/>
          <p:nvPr/>
        </p:nvGrpSpPr>
        <p:grpSpPr>
          <a:xfrm>
            <a:off x="4563346" y="37822321"/>
            <a:ext cx="19676908" cy="882266"/>
            <a:chOff x="5112768" y="28779096"/>
            <a:chExt cx="19676908" cy="882266"/>
          </a:xfrm>
        </p:grpSpPr>
        <p:cxnSp>
          <p:nvCxnSpPr>
            <p:cNvPr id="391" name="直線コネクタ 390">
              <a:extLst>
                <a:ext uri="{FF2B5EF4-FFF2-40B4-BE49-F238E27FC236}">
                  <a16:creationId xmlns:a16="http://schemas.microsoft.com/office/drawing/2014/main" id="{91052E36-4693-F4B3-3EF7-BD68C0E09914}"/>
                </a:ext>
              </a:extLst>
            </p:cNvPr>
            <p:cNvCxnSpPr>
              <a:cxnSpLocks/>
            </p:cNvCxnSpPr>
            <p:nvPr/>
          </p:nvCxnSpPr>
          <p:spPr>
            <a:xfrm>
              <a:off x="5112768" y="29284637"/>
              <a:ext cx="1967690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2" name="正方形/長方形 391">
              <a:extLst>
                <a:ext uri="{FF2B5EF4-FFF2-40B4-BE49-F238E27FC236}">
                  <a16:creationId xmlns:a16="http://schemas.microsoft.com/office/drawing/2014/main" id="{A2F9F027-E3BC-1887-415C-03F11DFC63F1}"/>
                </a:ext>
              </a:extLst>
            </p:cNvPr>
            <p:cNvSpPr/>
            <p:nvPr/>
          </p:nvSpPr>
          <p:spPr>
            <a:xfrm>
              <a:off x="11926886" y="28779096"/>
              <a:ext cx="6048673" cy="8822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7810" tIns="43905" rIns="87810" bIns="43905" rtlCol="0" anchor="ctr"/>
            <a:lstStyle/>
            <a:p>
              <a:pPr algn="ctr"/>
              <a:r>
                <a:rPr lang="ja-JP" altLang="en-US" sz="5800" b="1">
                  <a:solidFill>
                    <a:schemeClr val="accent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まとめと展望</a:t>
              </a:r>
              <a:endParaRPr lang="ja-JP" altLang="en-US" sz="5800" b="1" dirty="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pic>
        <p:nvPicPr>
          <p:cNvPr id="396" name="図 395">
            <a:extLst>
              <a:ext uri="{FF2B5EF4-FFF2-40B4-BE49-F238E27FC236}">
                <a16:creationId xmlns:a16="http://schemas.microsoft.com/office/drawing/2014/main" id="{FC73662D-2B8E-79BB-0D5B-7FA03498CD6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50855" y="20990619"/>
            <a:ext cx="1213015" cy="7942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97" name="図 396">
            <a:extLst>
              <a:ext uri="{FF2B5EF4-FFF2-40B4-BE49-F238E27FC236}">
                <a16:creationId xmlns:a16="http://schemas.microsoft.com/office/drawing/2014/main" id="{6583AEF4-2A3C-B911-3D95-074B3380CF1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6428" y="21140619"/>
            <a:ext cx="1213015" cy="7942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98" name="図 397">
            <a:extLst>
              <a:ext uri="{FF2B5EF4-FFF2-40B4-BE49-F238E27FC236}">
                <a16:creationId xmlns:a16="http://schemas.microsoft.com/office/drawing/2014/main" id="{C10C6C52-FCAE-F302-7532-2F604300057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1833" y="21240786"/>
            <a:ext cx="1213015" cy="7942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400" name="テキスト ボックス 399">
            <a:extLst>
              <a:ext uri="{FF2B5EF4-FFF2-40B4-BE49-F238E27FC236}">
                <a16:creationId xmlns:a16="http://schemas.microsoft.com/office/drawing/2014/main" id="{8E858EA2-369E-1ECB-A3A3-FF984DC084F0}"/>
              </a:ext>
            </a:extLst>
          </p:cNvPr>
          <p:cNvSpPr txBox="1"/>
          <p:nvPr/>
        </p:nvSpPr>
        <p:spPr>
          <a:xfrm>
            <a:off x="15812255" y="20819798"/>
            <a:ext cx="3699688" cy="107721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前処理①②③後</a:t>
            </a:r>
            <a:endParaRPr kumimoji="0" lang="en-US" altLang="ja-JP" sz="320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320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点群データ</a:t>
            </a:r>
          </a:p>
        </p:txBody>
      </p:sp>
      <p:sp>
        <p:nvSpPr>
          <p:cNvPr id="403" name="二等辺三角形 402">
            <a:extLst>
              <a:ext uri="{FF2B5EF4-FFF2-40B4-BE49-F238E27FC236}">
                <a16:creationId xmlns:a16="http://schemas.microsoft.com/office/drawing/2014/main" id="{208480A0-D1A6-2971-2B52-577A2AC36E67}"/>
              </a:ext>
            </a:extLst>
          </p:cNvPr>
          <p:cNvSpPr/>
          <p:nvPr/>
        </p:nvSpPr>
        <p:spPr>
          <a:xfrm rot="16200000" flipV="1">
            <a:off x="19865249" y="21142561"/>
            <a:ext cx="662147" cy="508298"/>
          </a:xfrm>
          <a:prstGeom prst="triangle">
            <a:avLst/>
          </a:prstGeom>
          <a:solidFill>
            <a:srgbClr val="E7E6E6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407" name="テキスト ボックス 406">
            <a:extLst>
              <a:ext uri="{FF2B5EF4-FFF2-40B4-BE49-F238E27FC236}">
                <a16:creationId xmlns:a16="http://schemas.microsoft.com/office/drawing/2014/main" id="{CA363282-BB03-0410-9496-C01B5AB43593}"/>
              </a:ext>
            </a:extLst>
          </p:cNvPr>
          <p:cNvSpPr txBox="1"/>
          <p:nvPr/>
        </p:nvSpPr>
        <p:spPr>
          <a:xfrm>
            <a:off x="21107453" y="20688612"/>
            <a:ext cx="27815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シルエット画像化</a:t>
            </a:r>
            <a:endParaRPr kumimoji="1" lang="en-US" altLang="ja-JP" sz="240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99" name="正方形/長方形 498">
            <a:extLst>
              <a:ext uri="{FF2B5EF4-FFF2-40B4-BE49-F238E27FC236}">
                <a16:creationId xmlns:a16="http://schemas.microsoft.com/office/drawing/2014/main" id="{E10EA4BC-8439-F041-EB36-91C65EF35B07}"/>
              </a:ext>
            </a:extLst>
          </p:cNvPr>
          <p:cNvSpPr/>
          <p:nvPr/>
        </p:nvSpPr>
        <p:spPr>
          <a:xfrm>
            <a:off x="15472582" y="23915252"/>
            <a:ext cx="13331018" cy="1108812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特徴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重要度を算出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できる</a:t>
            </a:r>
            <a:r>
              <a:rPr kumimoji="0" lang="en-US" altLang="ja-JP" sz="32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CatBoost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で個人識別モデルを構築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一番識別精度が高くなる場合の特徴量の組み合わせを探索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01" name="正方形/長方形 500">
            <a:extLst>
              <a:ext uri="{FF2B5EF4-FFF2-40B4-BE49-F238E27FC236}">
                <a16:creationId xmlns:a16="http://schemas.microsoft.com/office/drawing/2014/main" id="{984C6D9D-9508-8DE9-3208-7649E8900713}"/>
              </a:ext>
            </a:extLst>
          </p:cNvPr>
          <p:cNvSpPr/>
          <p:nvPr/>
        </p:nvSpPr>
        <p:spPr>
          <a:xfrm>
            <a:off x="15472582" y="25686460"/>
            <a:ext cx="12881785" cy="1634707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LSTM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などの</a:t>
            </a: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RNN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ベースの</a:t>
            </a: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NN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を使用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LSTM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層は</a:t>
            </a: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層ずつ追加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LSTM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以外にも</a:t>
            </a:r>
            <a:r>
              <a:rPr kumimoji="0" lang="en-US" altLang="ja-JP" sz="32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IndRNN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や</a:t>
            </a: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CNN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など</a:t>
            </a:r>
            <a:r>
              <a:rPr kumimoji="0" lang="ja-JP" altLang="en-US" sz="3200" kern="0" dirty="0" smtClean="0">
                <a:solidFill>
                  <a:prstClr val="black"/>
                </a:solidFill>
                <a:latin typeface="+mn-ea"/>
              </a:rPr>
              <a:t>の深層学習モデル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も比較対照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endParaRPr kumimoji="0" lang="en-US" altLang="ja-JP" sz="18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03" name="正方形/長方形 502">
            <a:extLst>
              <a:ext uri="{FF2B5EF4-FFF2-40B4-BE49-F238E27FC236}">
                <a16:creationId xmlns:a16="http://schemas.microsoft.com/office/drawing/2014/main" id="{F57109D9-24EC-A087-5A95-0C89BA86A886}"/>
              </a:ext>
            </a:extLst>
          </p:cNvPr>
          <p:cNvSpPr/>
          <p:nvPr/>
        </p:nvSpPr>
        <p:spPr>
          <a:xfrm>
            <a:off x="15472582" y="27843468"/>
            <a:ext cx="13331018" cy="634355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CNN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ベースの</a:t>
            </a:r>
            <a:r>
              <a:rPr kumimoji="0" lang="en-US" altLang="ja-JP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VGG16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や</a:t>
            </a:r>
            <a:r>
              <a:rPr kumimoji="0" lang="en-US" altLang="ja-JP" sz="320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ResNet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など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の</a:t>
            </a:r>
            <a:r>
              <a:rPr kumimoji="0" lang="ja-JP" altLang="en-US" sz="3200" kern="0" dirty="0" smtClean="0">
                <a:solidFill>
                  <a:prstClr val="black"/>
                </a:solidFill>
                <a:latin typeface="+mn-ea"/>
              </a:rPr>
              <a:t>深層学習</a:t>
            </a:r>
            <a:r>
              <a:rPr kumimoji="0" lang="ja-JP" altLang="en-US" sz="320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モデル</a:t>
            </a:r>
            <a:r>
              <a:rPr kumimoji="0" lang="ja-JP" altLang="en-US" sz="3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を使用</a:t>
            </a:r>
            <a:endParaRPr kumimoji="0" lang="en-US" altLang="ja-JP" sz="3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04" name="正方形/長方形 503">
            <a:extLst>
              <a:ext uri="{FF2B5EF4-FFF2-40B4-BE49-F238E27FC236}">
                <a16:creationId xmlns:a16="http://schemas.microsoft.com/office/drawing/2014/main" id="{959782AC-F9D3-D1A6-F2A9-344F1F50FAFC}"/>
              </a:ext>
            </a:extLst>
          </p:cNvPr>
          <p:cNvSpPr/>
          <p:nvPr/>
        </p:nvSpPr>
        <p:spPr>
          <a:xfrm>
            <a:off x="15472581" y="23361371"/>
            <a:ext cx="8280000" cy="576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>
                <a:solidFill>
                  <a:schemeClr val="bg1"/>
                </a:solidFill>
              </a:rPr>
              <a:t>入力</a:t>
            </a:r>
            <a:r>
              <a:rPr kumimoji="1" lang="en-US" altLang="ja-JP" sz="3200" b="1" dirty="0">
                <a:solidFill>
                  <a:schemeClr val="bg1"/>
                </a:solidFill>
              </a:rPr>
              <a:t>: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非時系列データ　</a:t>
            </a:r>
            <a:r>
              <a:rPr lang="ja-JP" altLang="en-US" sz="3200" b="1" dirty="0">
                <a:solidFill>
                  <a:schemeClr val="bg1"/>
                </a:solidFill>
              </a:rPr>
              <a:t>⇒　モデル</a:t>
            </a:r>
            <a:r>
              <a:rPr lang="en-US" altLang="ja-JP" sz="3200" b="1" dirty="0">
                <a:solidFill>
                  <a:schemeClr val="bg1"/>
                </a:solidFill>
              </a:rPr>
              <a:t>:</a:t>
            </a:r>
            <a:r>
              <a:rPr lang="en-US" altLang="ja-JP" sz="3200" b="1" dirty="0" err="1">
                <a:solidFill>
                  <a:schemeClr val="bg1"/>
                </a:solidFill>
              </a:rPr>
              <a:t>CatBoost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505" name="正方形/長方形 504">
            <a:extLst>
              <a:ext uri="{FF2B5EF4-FFF2-40B4-BE49-F238E27FC236}">
                <a16:creationId xmlns:a16="http://schemas.microsoft.com/office/drawing/2014/main" id="{5D334F55-49DF-E656-E98C-E6D8F39F65C3}"/>
              </a:ext>
            </a:extLst>
          </p:cNvPr>
          <p:cNvSpPr/>
          <p:nvPr/>
        </p:nvSpPr>
        <p:spPr>
          <a:xfrm>
            <a:off x="15472581" y="25095075"/>
            <a:ext cx="8280000" cy="576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 dirty="0">
                <a:solidFill>
                  <a:schemeClr val="bg1"/>
                </a:solidFill>
              </a:rPr>
              <a:t>入力</a:t>
            </a:r>
            <a:r>
              <a:rPr kumimoji="1" lang="en-US" altLang="ja-JP" sz="3200" b="1" dirty="0">
                <a:solidFill>
                  <a:schemeClr val="bg1"/>
                </a:solidFill>
              </a:rPr>
              <a:t>:</a:t>
            </a:r>
            <a:r>
              <a:rPr lang="ja-JP" altLang="en-US" sz="3200" b="1" dirty="0">
                <a:solidFill>
                  <a:schemeClr val="bg1"/>
                </a:solidFill>
              </a:rPr>
              <a:t>　</a:t>
            </a:r>
            <a:r>
              <a:rPr kumimoji="1" lang="ja-JP" altLang="en-US" sz="3200" b="1" dirty="0">
                <a:solidFill>
                  <a:schemeClr val="bg1"/>
                </a:solidFill>
              </a:rPr>
              <a:t>時系列データ　</a:t>
            </a:r>
            <a:r>
              <a:rPr lang="ja-JP" altLang="en-US" sz="3200" b="1" dirty="0">
                <a:solidFill>
                  <a:schemeClr val="bg1"/>
                </a:solidFill>
              </a:rPr>
              <a:t>⇒　モデル</a:t>
            </a:r>
            <a:r>
              <a:rPr lang="en-US" altLang="ja-JP" sz="3200" b="1" dirty="0">
                <a:solidFill>
                  <a:schemeClr val="bg1"/>
                </a:solidFill>
              </a:rPr>
              <a:t>:LSTM</a:t>
            </a:r>
            <a:r>
              <a:rPr lang="ja-JP" altLang="en-US" sz="3200" b="1" dirty="0">
                <a:solidFill>
                  <a:schemeClr val="bg1"/>
                </a:solidFill>
              </a:rPr>
              <a:t>など</a:t>
            </a:r>
            <a:endParaRPr kumimoji="1" lang="ja-JP" altLang="en-US" sz="3200" b="1" dirty="0">
              <a:solidFill>
                <a:schemeClr val="bg1"/>
              </a:solidFill>
            </a:endParaRPr>
          </a:p>
        </p:txBody>
      </p:sp>
      <p:sp>
        <p:nvSpPr>
          <p:cNvPr id="506" name="正方形/長方形 505">
            <a:extLst>
              <a:ext uri="{FF2B5EF4-FFF2-40B4-BE49-F238E27FC236}">
                <a16:creationId xmlns:a16="http://schemas.microsoft.com/office/drawing/2014/main" id="{9D469232-9F90-C235-CA88-06B22B2FE5D7}"/>
              </a:ext>
            </a:extLst>
          </p:cNvPr>
          <p:cNvSpPr/>
          <p:nvPr/>
        </p:nvSpPr>
        <p:spPr>
          <a:xfrm>
            <a:off x="15472581" y="27255315"/>
            <a:ext cx="8280000" cy="57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200" b="1">
                <a:solidFill>
                  <a:schemeClr val="bg1"/>
                </a:solidFill>
              </a:rPr>
              <a:t>入力：シルエットデータ　</a:t>
            </a:r>
            <a:r>
              <a:rPr lang="ja-JP" altLang="en-US" sz="3200" b="1">
                <a:solidFill>
                  <a:schemeClr val="bg1"/>
                </a:solidFill>
              </a:rPr>
              <a:t>⇒　モデル</a:t>
            </a:r>
            <a:r>
              <a:rPr lang="en-US" altLang="ja-JP" sz="3200" b="1">
                <a:solidFill>
                  <a:schemeClr val="bg1"/>
                </a:solidFill>
              </a:rPr>
              <a:t>:VGG16</a:t>
            </a:r>
            <a:r>
              <a:rPr lang="ja-JP" altLang="en-US" sz="3200" b="1">
                <a:solidFill>
                  <a:schemeClr val="bg1"/>
                </a:solidFill>
              </a:rPr>
              <a:t>など</a:t>
            </a:r>
            <a:endParaRPr kumimoji="1" lang="ja-JP" altLang="en-US" sz="3200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17" name="表 516">
                <a:extLst>
                  <a:ext uri="{FF2B5EF4-FFF2-40B4-BE49-F238E27FC236}">
                    <a16:creationId xmlns:a16="http://schemas.microsoft.com/office/drawing/2014/main" id="{4A772A29-9FD1-A566-2464-1EE947CC6F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7888845"/>
                  </p:ext>
                </p:extLst>
              </p:nvPr>
            </p:nvGraphicFramePr>
            <p:xfrm>
              <a:off x="3336227" y="31143747"/>
              <a:ext cx="16605945" cy="6432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791397">
                      <a:extLst>
                        <a:ext uri="{9D8B030D-6E8A-4147-A177-3AD203B41FA5}">
                          <a16:colId xmlns:a16="http://schemas.microsoft.com/office/drawing/2014/main" val="2252675246"/>
                        </a:ext>
                      </a:extLst>
                    </a:gridCol>
                    <a:gridCol w="11657284">
                      <a:extLst>
                        <a:ext uri="{9D8B030D-6E8A-4147-A177-3AD203B41FA5}">
                          <a16:colId xmlns:a16="http://schemas.microsoft.com/office/drawing/2014/main" val="1132760420"/>
                        </a:ext>
                      </a:extLst>
                    </a:gridCol>
                    <a:gridCol w="2194363">
                      <a:extLst>
                        <a:ext uri="{9D8B030D-6E8A-4147-A177-3AD203B41FA5}">
                          <a16:colId xmlns:a16="http://schemas.microsoft.com/office/drawing/2014/main" val="4003580508"/>
                        </a:ext>
                      </a:extLst>
                    </a:gridCol>
                    <a:gridCol w="1962901">
                      <a:extLst>
                        <a:ext uri="{9D8B030D-6E8A-4147-A177-3AD203B41FA5}">
                          <a16:colId xmlns:a16="http://schemas.microsoft.com/office/drawing/2014/main" val="3335921128"/>
                        </a:ext>
                      </a:extLst>
                    </a:gridCol>
                  </a:tblGrid>
                  <a:tr h="594924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3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Text" lastClr="000000">
                            <a:lumMod val="50000"/>
                            <a:lumOff val="50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ja-JP" altLang="en-US" sz="4000" b="1"/>
                            <a:t>入力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Text" lastClr="000000">
                            <a:lumMod val="50000"/>
                            <a:lumOff val="50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ja-JP" altLang="en-US" sz="4000" b="1"/>
                            <a:t>モデル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Text" lastClr="000000">
                            <a:lumMod val="50000"/>
                            <a:lumOff val="50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ja-JP" altLang="en-US" sz="4000" b="1"/>
                            <a:t>識別率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Text" lastClr="000000">
                            <a:lumMod val="50000"/>
                            <a:lumOff val="50000"/>
                          </a:sys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343955"/>
                      </a:ext>
                    </a:extLst>
                  </a:tr>
                  <a:tr h="12496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ja-JP" altLang="en-US" sz="3200" b="1" i="0" u="none" strike="noStrike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１</a:t>
                          </a:r>
                          <a:endParaRPr lang="en-US" sz="3200" b="1" i="0" u="none" strike="noStrike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l" fontAlgn="ctr"/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歩隔，立脚時間，歩幅の中央値</a:t>
                          </a:r>
                          <a: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/>
                          </a:r>
                          <a:b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</a:b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足首速度</a:t>
                          </a:r>
                          <a:r>
                            <a:rPr lang="en-US" altLang="ja-JP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,</a:t>
                          </a:r>
                          <a: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 </a:t>
                          </a: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胴体速度，足首加速度の標準偏差</a:t>
                          </a:r>
                          <a: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/>
                          </a:r>
                          <a:b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</a:b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足首</a:t>
                          </a:r>
                          <a:r>
                            <a:rPr lang="ja-JP" altLang="en-US" sz="3200" b="0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加速度</a:t>
                          </a: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，</a:t>
                          </a:r>
                          <a:r>
                            <a:rPr lang="ja-JP" altLang="en-US" sz="3200" b="0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胴体</a:t>
                          </a: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の横揺れ</a:t>
                          </a:r>
                          <a:endParaRPr lang="en-US" sz="32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 err="1" smtClean="0">
                              <a:solidFill>
                                <a:schemeClr val="tx1"/>
                              </a:solidFill>
                            </a:rPr>
                            <a:t>CatBoost</a:t>
                          </a:r>
                          <a:endParaRPr kumimoji="1" lang="ja-JP" altLang="en-US" sz="3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>
                              <a:solidFill>
                                <a:schemeClr val="tx1"/>
                              </a:solidFill>
                            </a:rPr>
                            <a:t>60.90%</a:t>
                          </a:r>
                          <a:endParaRPr kumimoji="1" lang="ja-JP" altLang="en-US" sz="3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463661"/>
                      </a:ext>
                    </a:extLst>
                  </a:tr>
                  <a:tr h="89815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3200" b="1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2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r>
                            <a:rPr kumimoji="1" lang="ja-JP" altLang="en-US" sz="3200" b="1">
                              <a:latin typeface="+mn-ea"/>
                              <a:ea typeface="+mn-ea"/>
                            </a:rPr>
                            <a:t>二軸足首加速度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sz="3200" b="1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kumimoji="1" lang="en-US" altLang="ja-JP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𝒂𝒄</m:t>
                              </m:r>
                              <m:sSub>
                                <m:sSubPr>
                                  <m:ctrlPr>
                                    <a:rPr kumimoji="1" lang="en-US" altLang="ja-JP" sz="3200" b="1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200" b="1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kumimoji="1" lang="en-US" altLang="ja-JP" sz="3200" b="1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𝒙</m:t>
                                  </m:r>
                                </m:sub>
                              </m:sSub>
                              <m:r>
                                <a:rPr kumimoji="1" lang="en-US" altLang="ja-JP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kumimoji="1" lang="en-US" altLang="ja-JP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𝒕</m:t>
                              </m:r>
                              <m:r>
                                <a:rPr kumimoji="1" lang="en-US" altLang="ja-JP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),</m:t>
                              </m:r>
                              <m:r>
                                <a:rPr kumimoji="1" lang="en-US" altLang="ja-JP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𝒂𝒄</m:t>
                              </m:r>
                              <m:sSub>
                                <m:sSubPr>
                                  <m:ctrlPr>
                                    <a:rPr kumimoji="1" lang="en-US" altLang="ja-JP" sz="3200" b="1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3200" b="1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kumimoji="1" lang="en-US" altLang="ja-JP" sz="3200" b="1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𝒚</m:t>
                                  </m:r>
                                </m:sub>
                              </m:sSub>
                              <m:r>
                                <a:rPr kumimoji="1" lang="en-US" altLang="ja-JP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kumimoji="1" lang="en-US" altLang="ja-JP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𝒕</m:t>
                              </m:r>
                              <m:r>
                                <a:rPr kumimoji="1" lang="en-US" altLang="ja-JP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))</m:t>
                              </m:r>
                              <m:r>
                                <a:rPr kumimoji="1" lang="en-US" altLang="ja-JP" sz="3200" b="1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×</m:t>
                              </m:r>
                              <m:r>
                                <a:rPr kumimoji="1" lang="ja-JP" altLang="en-US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両足</m:t>
                              </m:r>
                              <m:r>
                                <a:rPr kumimoji="1" lang="en-US" altLang="ja-JP" sz="3200" b="1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r>
                                <a:rPr kumimoji="1" lang="ja-JP" altLang="en-US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右足</m:t>
                              </m:r>
                              <m:r>
                                <a:rPr kumimoji="1" lang="en-US" altLang="ja-JP" sz="3200" b="1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,</m:t>
                              </m:r>
                              <m:r>
                                <a:rPr kumimoji="1" lang="ja-JP" altLang="en-US" sz="32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左足</m:t>
                              </m:r>
                              <m:r>
                                <a:rPr kumimoji="1" lang="en-US" altLang="ja-JP" sz="3200" b="1" i="0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oMath>
                          </a14:m>
                          <a:r>
                            <a:rPr kumimoji="1" lang="ja-JP" altLang="en-US" sz="4000" b="1">
                              <a:latin typeface="+mn-ea"/>
                              <a:ea typeface="+mn-ea"/>
                            </a:rPr>
                            <a:t> </a:t>
                          </a:r>
                          <a:r>
                            <a:rPr kumimoji="1" lang="ja-JP" altLang="en-US" sz="3600" b="1">
                              <a:latin typeface="+mn-ea"/>
                              <a:ea typeface="+mn-ea"/>
                            </a:rPr>
                            <a:t>・・・・ ①</a:t>
                          </a:r>
                          <a:endParaRPr kumimoji="1" lang="en-US" altLang="ja-JP" sz="23900" b="1">
                            <a:latin typeface="+mn-ea"/>
                            <a:ea typeface="+mn-ea"/>
                          </a:endParaRPr>
                        </a:p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∗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𝒕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=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𝟎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.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𝟎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 ~ 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𝟑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.</m:t>
                              </m:r>
                              <m:r>
                                <a:rPr kumimoji="1" lang="en-US" altLang="ja-JP" sz="2400" b="1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𝟎</m:t>
                              </m:r>
                              <m:d>
                                <m:dPr>
                                  <m:ctrlPr>
                                    <a:rPr kumimoji="1" lang="en-US" altLang="ja-JP" sz="2400" b="1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400" b="1" i="1" smtClean="0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𝒔</m:t>
                                  </m:r>
                                </m:e>
                              </m:d>
                            </m:oMath>
                          </a14:m>
                          <a:r>
                            <a:rPr kumimoji="1" lang="ja-JP" altLang="en-US" sz="1600" b="1">
                              <a:latin typeface="+mn-ea"/>
                              <a:ea typeface="+mn-ea"/>
                            </a:rPr>
                            <a:t>とする</a:t>
                          </a:r>
                          <a:endParaRPr kumimoji="1" lang="en-US" altLang="ja-JP" sz="2400" b="1">
                            <a:latin typeface="+mn-ea"/>
                            <a:ea typeface="+mn-ea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/>
                            <a:t>LSTM</a:t>
                          </a:r>
                          <a:endParaRPr kumimoji="1" lang="ja-JP" altLang="en-US" sz="3200" b="1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/>
                            <a:t>82.50%</a:t>
                          </a:r>
                          <a:endParaRPr kumimoji="1" lang="ja-JP" altLang="en-US" sz="3200" b="1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866701"/>
                      </a:ext>
                    </a:extLst>
                  </a:tr>
                  <a:tr h="54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3200" b="1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l"/>
                          <a:r>
                            <a:rPr kumimoji="1" lang="ja-JP" altLang="en-US" sz="3600" b="1">
                              <a:latin typeface="+mn-ea"/>
                              <a:ea typeface="+mn-ea"/>
                            </a:rPr>
                            <a:t>①　</a:t>
                          </a:r>
                          <a:r>
                            <a:rPr kumimoji="1" lang="en-US" altLang="ja-JP" sz="3600" b="1">
                              <a:latin typeface="+mn-ea"/>
                              <a:ea typeface="+mn-ea"/>
                            </a:rPr>
                            <a:t>+  </a:t>
                          </a:r>
                          <a:r>
                            <a:rPr kumimoji="1" lang="en-US" altLang="ja-JP" sz="3600" b="1">
                              <a:solidFill>
                                <a:srgbClr val="FF0000"/>
                              </a:solidFill>
                              <a:latin typeface="+mn-ea"/>
                              <a:ea typeface="+mn-ea"/>
                            </a:rPr>
                            <a:t>distance(t)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LSTM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89.17%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4296307"/>
                      </a:ext>
                    </a:extLst>
                  </a:tr>
                  <a:tr h="5431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①　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distance(t)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width(t)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LSTM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>
                              <a:solidFill>
                                <a:srgbClr val="FF0000"/>
                              </a:solidFill>
                            </a:rPr>
                            <a:t>96.67%</a:t>
                          </a:r>
                          <a:endParaRPr kumimoji="1" lang="ja-JP" altLang="en-US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420991"/>
                      </a:ext>
                    </a:extLst>
                  </a:tr>
                  <a:tr h="5431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①　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distance(t)  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width(t)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 +</a:t>
                          </a:r>
                          <a:r>
                            <a:rPr kumimoji="1" lang="ja-JP" altLang="en-US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1" lang="ja-JP" altLang="en-US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合成加速度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×(</a:t>
                          </a:r>
                          <a:r>
                            <a:rPr kumimoji="1" lang="ja-JP" altLang="en-US" sz="2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右足</a:t>
                          </a:r>
                          <a:r>
                            <a:rPr kumimoji="1" lang="en-US" altLang="ja-JP" sz="2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kumimoji="1" lang="ja-JP" altLang="en-US" sz="2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左足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kumimoji="1" lang="en-US" altLang="ja-JP" sz="36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2000" b="1"/>
                            <a:t>LSTM/BiLSTM</a:t>
                          </a:r>
                          <a:endParaRPr kumimoji="1" lang="ja-JP" altLang="en-US" sz="20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93.33%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1550820"/>
                      </a:ext>
                    </a:extLst>
                  </a:tr>
                  <a:tr h="54319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①　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distance(t)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width(t)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</a:t>
                          </a:r>
                          <a:r>
                            <a:rPr kumimoji="1" lang="ja-JP" altLang="en-US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1" lang="ja-JP" altLang="en-US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合成加速度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×(</a:t>
                          </a:r>
                          <a:r>
                            <a:rPr kumimoji="1" lang="ja-JP" altLang="en-US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右足</a:t>
                          </a:r>
                          <a:r>
                            <a:rPr kumimoji="1" lang="en-US" altLang="ja-JP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kumimoji="1" lang="ja-JP" altLang="en-US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左足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CNN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75.83%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741322"/>
                      </a:ext>
                    </a:extLst>
                  </a:tr>
                  <a:tr h="543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3200" b="1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B9BD5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l"/>
                          <a:r>
                            <a:rPr kumimoji="1" lang="ja-JP" altLang="en-US" sz="3600" b="1">
                              <a:solidFill>
                                <a:schemeClr val="tx1"/>
                              </a:solidFill>
                            </a:rPr>
                            <a:t>シルエット画像</a:t>
                          </a:r>
                          <a:endParaRPr kumimoji="1" lang="en-US" altLang="ja-JP" sz="36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B9BD5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>
                              <a:solidFill>
                                <a:schemeClr val="tx1"/>
                              </a:solidFill>
                            </a:rPr>
                            <a:t>VGG16</a:t>
                          </a:r>
                          <a:endParaRPr kumimoji="1" lang="ja-JP" altLang="en-US" sz="3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B9BD5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>
                              <a:solidFill>
                                <a:schemeClr val="tx1"/>
                              </a:solidFill>
                            </a:rPr>
                            <a:t>89.53%</a:t>
                          </a:r>
                          <a:endParaRPr kumimoji="1" lang="ja-JP" altLang="en-US" sz="3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B9BD5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11859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17" name="表 516">
                <a:extLst>
                  <a:ext uri="{FF2B5EF4-FFF2-40B4-BE49-F238E27FC236}">
                    <a16:creationId xmlns:a16="http://schemas.microsoft.com/office/drawing/2014/main" id="{4A772A29-9FD1-A566-2464-1EE947CC6F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37888845"/>
                  </p:ext>
                </p:extLst>
              </p:nvPr>
            </p:nvGraphicFramePr>
            <p:xfrm>
              <a:off x="3336227" y="31143747"/>
              <a:ext cx="16605945" cy="643236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791397">
                      <a:extLst>
                        <a:ext uri="{9D8B030D-6E8A-4147-A177-3AD203B41FA5}">
                          <a16:colId xmlns:a16="http://schemas.microsoft.com/office/drawing/2014/main" val="2252675246"/>
                        </a:ext>
                      </a:extLst>
                    </a:gridCol>
                    <a:gridCol w="11657284">
                      <a:extLst>
                        <a:ext uri="{9D8B030D-6E8A-4147-A177-3AD203B41FA5}">
                          <a16:colId xmlns:a16="http://schemas.microsoft.com/office/drawing/2014/main" val="1132760420"/>
                        </a:ext>
                      </a:extLst>
                    </a:gridCol>
                    <a:gridCol w="2194363">
                      <a:extLst>
                        <a:ext uri="{9D8B030D-6E8A-4147-A177-3AD203B41FA5}">
                          <a16:colId xmlns:a16="http://schemas.microsoft.com/office/drawing/2014/main" val="4003580508"/>
                        </a:ext>
                      </a:extLst>
                    </a:gridCol>
                    <a:gridCol w="1962901">
                      <a:extLst>
                        <a:ext uri="{9D8B030D-6E8A-4147-A177-3AD203B41FA5}">
                          <a16:colId xmlns:a16="http://schemas.microsoft.com/office/drawing/2014/main" val="3335921128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endParaRPr kumimoji="1" lang="ja-JP" altLang="en-US" sz="3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Text" lastClr="000000">
                            <a:lumMod val="50000"/>
                            <a:lumOff val="50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ja-JP" altLang="en-US" sz="4000" b="1"/>
                            <a:t>入力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Text" lastClr="000000">
                            <a:lumMod val="50000"/>
                            <a:lumOff val="50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ja-JP" altLang="en-US" sz="4000" b="1"/>
                            <a:t>モデル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Text" lastClr="000000">
                            <a:lumMod val="50000"/>
                            <a:lumOff val="50000"/>
                          </a:sys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b="1" kern="1200">
                              <a:solidFill>
                                <a:schemeClr val="lt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ja-JP" altLang="en-US" sz="4000" b="1"/>
                            <a:t>識別率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381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ysClr val="windowText" lastClr="000000">
                            <a:lumMod val="50000"/>
                            <a:lumOff val="50000"/>
                          </a:sys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2343955"/>
                      </a:ext>
                    </a:extLst>
                  </a:tr>
                  <a:tr h="1472565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ja-JP" altLang="en-US" sz="3200" b="1" i="0" u="none" strike="noStrike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１</a:t>
                          </a:r>
                          <a:endParaRPr lang="en-US" sz="3200" b="1" i="0" u="none" strike="noStrike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9525" marR="9525" marT="9525" marB="0"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l" fontAlgn="ctr"/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歩隔，立脚時間，歩幅の中央値</a:t>
                          </a:r>
                          <a: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/>
                          </a:r>
                          <a:b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</a:b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足首速度</a:t>
                          </a:r>
                          <a:r>
                            <a:rPr lang="en-US" altLang="ja-JP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,</a:t>
                          </a:r>
                          <a: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 </a:t>
                          </a: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胴体速度，足首加速度の標準偏差</a:t>
                          </a:r>
                          <a: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/>
                          </a:r>
                          <a:br>
                            <a:rPr 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</a:b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足首</a:t>
                          </a:r>
                          <a:r>
                            <a:rPr lang="ja-JP" altLang="en-US" sz="3200" b="0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加速度</a:t>
                          </a: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，</a:t>
                          </a:r>
                          <a:r>
                            <a:rPr lang="ja-JP" altLang="en-US" sz="3200" b="0" i="0" u="none" strike="noStrike" dirty="0" smtClean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胴体</a:t>
                          </a:r>
                          <a:r>
                            <a:rPr lang="ja-JP" altLang="en-US" sz="32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</a:rPr>
                            <a:t>の横揺れ</a:t>
                          </a:r>
                          <a:endParaRPr lang="en-US" sz="3200" b="0" i="0" u="none" strike="noStrike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 err="1" smtClean="0">
                              <a:solidFill>
                                <a:schemeClr val="tx1"/>
                              </a:solidFill>
                            </a:rPr>
                            <a:t>CatBoost</a:t>
                          </a:r>
                          <a:endParaRPr kumimoji="1" lang="ja-JP" altLang="en-US" sz="3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>
                              <a:solidFill>
                                <a:schemeClr val="tx1"/>
                              </a:solidFill>
                            </a:rPr>
                            <a:t>60.90%</a:t>
                          </a:r>
                          <a:endParaRPr kumimoji="1" lang="ja-JP" altLang="en-US" sz="3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381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7E6E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1463661"/>
                      </a:ext>
                    </a:extLst>
                  </a:tr>
                  <a:tr h="10583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3200" b="1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2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7"/>
                          <a:stretch>
                            <a:fillRect l="-6848" t="-218966" r="-35860" b="-320115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/>
                            <a:t>LSTM</a:t>
                          </a:r>
                          <a:endParaRPr kumimoji="1" lang="ja-JP" altLang="en-US" sz="3200" b="1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/>
                            <a:t>82.50%</a:t>
                          </a:r>
                          <a:endParaRPr kumimoji="1" lang="ja-JP" altLang="en-US" sz="3200" b="1" dirty="0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08667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3200" b="1">
                              <a:solidFill>
                                <a:schemeClr val="tx1"/>
                              </a:solidFill>
                              <a:latin typeface="+mn-ea"/>
                              <a:ea typeface="+mn-ea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l"/>
                          <a:r>
                            <a:rPr kumimoji="1" lang="ja-JP" altLang="en-US" sz="3600" b="1">
                              <a:latin typeface="+mn-ea"/>
                              <a:ea typeface="+mn-ea"/>
                            </a:rPr>
                            <a:t>①　</a:t>
                          </a:r>
                          <a:r>
                            <a:rPr kumimoji="1" lang="en-US" altLang="ja-JP" sz="3600" b="1">
                              <a:latin typeface="+mn-ea"/>
                              <a:ea typeface="+mn-ea"/>
                            </a:rPr>
                            <a:t>+  </a:t>
                          </a:r>
                          <a:r>
                            <a:rPr kumimoji="1" lang="en-US" altLang="ja-JP" sz="3600" b="1">
                              <a:solidFill>
                                <a:srgbClr val="FF0000"/>
                              </a:solidFill>
                              <a:latin typeface="+mn-ea"/>
                              <a:ea typeface="+mn-ea"/>
                            </a:rPr>
                            <a:t>distance(t)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LSTM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89.17%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429630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①　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distance(t)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width(t)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LSTM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>
                              <a:solidFill>
                                <a:srgbClr val="FF0000"/>
                              </a:solidFill>
                            </a:rPr>
                            <a:t>96.67%</a:t>
                          </a:r>
                          <a:endParaRPr kumimoji="1" lang="ja-JP" altLang="en-US" sz="32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42099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①　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distance(t)  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width(t)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 +</a:t>
                          </a:r>
                          <a:r>
                            <a:rPr kumimoji="1" lang="ja-JP" altLang="en-US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1" lang="ja-JP" altLang="en-US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合成加速度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×(</a:t>
                          </a:r>
                          <a:r>
                            <a:rPr kumimoji="1" lang="ja-JP" altLang="en-US" sz="2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右足</a:t>
                          </a:r>
                          <a:r>
                            <a:rPr kumimoji="1" lang="en-US" altLang="ja-JP" sz="2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kumimoji="1" lang="ja-JP" altLang="en-US" sz="2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左足</a:t>
                          </a:r>
                          <a:r>
                            <a:rPr kumimoji="1" lang="en-US" altLang="ja-JP" sz="36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  <a:endParaRPr kumimoji="1" lang="en-US" altLang="ja-JP" sz="36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accent6">
                                <a:lumMod val="75000"/>
                              </a:schemeClr>
                            </a:solidFill>
                            <a:effectLst/>
                            <a:uLnTx/>
                            <a:uFillTx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2000" b="1"/>
                            <a:t>LSTM/BiLSTM</a:t>
                          </a:r>
                          <a:endParaRPr kumimoji="1" lang="ja-JP" altLang="en-US" sz="20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93.33%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155082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en-US" altLang="ja-JP" sz="32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1" lang="ja-JP" altLang="en-US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①　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distance(t)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 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width(t) 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+</a:t>
                          </a:r>
                          <a:r>
                            <a:rPr kumimoji="1" lang="ja-JP" altLang="en-US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kumimoji="1" lang="ja-JP" altLang="en-US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合成加速度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×(</a:t>
                          </a:r>
                          <a:r>
                            <a:rPr kumimoji="1" lang="ja-JP" altLang="en-US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右足</a:t>
                          </a:r>
                          <a:r>
                            <a:rPr kumimoji="1" lang="en-US" altLang="ja-JP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kumimoji="1" lang="ja-JP" altLang="en-US" sz="2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左足</a:t>
                          </a:r>
                          <a:r>
                            <a:rPr kumimoji="1" lang="en-US" altLang="ja-JP" sz="36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accent1"/>
                              </a:solidFill>
                              <a:effectLst/>
                              <a:uLnTx/>
                              <a:uFillTx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CNN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/>
                            <a:t>75.83%</a:t>
                          </a:r>
                          <a:endParaRPr kumimoji="1" lang="ja-JP" altLang="en-US" sz="3200" b="1"/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ED7D31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074132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sz="3200" b="1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B9BD5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l"/>
                          <a:r>
                            <a:rPr kumimoji="1" lang="ja-JP" altLang="en-US" sz="3600" b="1">
                              <a:solidFill>
                                <a:schemeClr val="tx1"/>
                              </a:solidFill>
                            </a:rPr>
                            <a:t>シルエット画像</a:t>
                          </a:r>
                          <a:endParaRPr kumimoji="1" lang="en-US" altLang="ja-JP" sz="36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ysClr val="window" lastClr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B9BD5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>
                              <a:solidFill>
                                <a:schemeClr val="tx1"/>
                              </a:solidFill>
                            </a:rPr>
                            <a:t>VGG16</a:t>
                          </a:r>
                          <a:endParaRPr kumimoji="1" lang="ja-JP" altLang="en-US" sz="3200" b="1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B9BD5">
                            <a:lumMod val="20000"/>
                            <a:lumOff val="8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1pPr>
                          <a:lvl2pPr marL="200533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2pPr>
                          <a:lvl3pPr marL="4010676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3pPr>
                          <a:lvl4pPr marL="6016012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4pPr>
                          <a:lvl5pPr marL="802134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5pPr>
                          <a:lvl6pPr marL="10026688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6pPr>
                          <a:lvl7pPr marL="12032024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7pPr>
                          <a:lvl8pPr marL="14037361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8pPr>
                          <a:lvl9pPr marL="16042700" algn="l" defTabSz="4010676" rtl="0" eaLnBrk="1" latinLnBrk="0" hangingPunct="1">
                            <a:defRPr kumimoji="1" sz="7900" kern="1200">
                              <a:solidFill>
                                <a:schemeClr val="dk1"/>
                              </a:solidFill>
                              <a:latin typeface="游ゴシック" panose="020F0502020204030204"/>
                            </a:defRPr>
                          </a:lvl9pPr>
                        </a:lstStyle>
                        <a:p>
                          <a:pPr algn="ctr"/>
                          <a:r>
                            <a:rPr kumimoji="1" lang="en-US" altLang="ja-JP" sz="3200" b="1" dirty="0">
                              <a:solidFill>
                                <a:schemeClr val="tx1"/>
                              </a:solidFill>
                            </a:rPr>
                            <a:t>89.53%</a:t>
                          </a:r>
                          <a:endParaRPr kumimoji="1" lang="ja-JP" altLang="en-US" sz="3200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solidFill>
                            <a:sysClr val="window" lastClr="FFFFFF"/>
                          </a:solidFill>
                        </a:lnL>
                        <a:lnR w="12700" cmpd="sng">
                          <a:solidFill>
                            <a:sysClr val="window" lastClr="FFFFFF"/>
                          </a:solidFill>
                        </a:lnR>
                        <a:lnT w="12700" cmpd="sng">
                          <a:solidFill>
                            <a:sysClr val="window" lastClr="FFFFFF"/>
                          </a:solidFill>
                        </a:lnT>
                        <a:lnB w="12700" cmpd="sng">
                          <a:solidFill>
                            <a:sysClr val="window" lastClr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5B9BD5">
                            <a:lumMod val="20000"/>
                            <a:lumOff val="8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1185940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520" name="グループ化 519">
            <a:extLst>
              <a:ext uri="{FF2B5EF4-FFF2-40B4-BE49-F238E27FC236}">
                <a16:creationId xmlns:a16="http://schemas.microsoft.com/office/drawing/2014/main" id="{047764B6-BD0B-4C48-1418-66949EE10511}"/>
              </a:ext>
            </a:extLst>
          </p:cNvPr>
          <p:cNvGrpSpPr/>
          <p:nvPr/>
        </p:nvGrpSpPr>
        <p:grpSpPr>
          <a:xfrm>
            <a:off x="432248" y="31712376"/>
            <a:ext cx="2688859" cy="5830587"/>
            <a:chOff x="1697283" y="31835568"/>
            <a:chExt cx="1463040" cy="3730711"/>
          </a:xfrm>
        </p:grpSpPr>
        <p:sp>
          <p:nvSpPr>
            <p:cNvPr id="515" name="四角形: 角を丸くする 514">
              <a:extLst>
                <a:ext uri="{FF2B5EF4-FFF2-40B4-BE49-F238E27FC236}">
                  <a16:creationId xmlns:a16="http://schemas.microsoft.com/office/drawing/2014/main" id="{1C1E1421-499A-8DA6-DA70-CB0690BEE93E}"/>
                </a:ext>
              </a:extLst>
            </p:cNvPr>
            <p:cNvSpPr/>
            <p:nvPr/>
          </p:nvSpPr>
          <p:spPr>
            <a:xfrm>
              <a:off x="1697283" y="31835568"/>
              <a:ext cx="1463040" cy="1059490"/>
            </a:xfrm>
            <a:prstGeom prst="roundRect">
              <a:avLst/>
            </a:prstGeom>
            <a:solidFill>
              <a:sysClr val="window" lastClr="FFFFFF">
                <a:lumMod val="8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非時系列</a:t>
              </a:r>
              <a:endParaRPr kumimoji="0" lang="en-US" altLang="ja-JP" sz="4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手法</a:t>
              </a:r>
            </a:p>
          </p:txBody>
        </p:sp>
        <p:sp>
          <p:nvSpPr>
            <p:cNvPr id="516" name="四角形: 角を丸くする 515">
              <a:extLst>
                <a:ext uri="{FF2B5EF4-FFF2-40B4-BE49-F238E27FC236}">
                  <a16:creationId xmlns:a16="http://schemas.microsoft.com/office/drawing/2014/main" id="{E8E27F18-2A90-031C-F4C1-972394AF7120}"/>
                </a:ext>
              </a:extLst>
            </p:cNvPr>
            <p:cNvSpPr/>
            <p:nvPr/>
          </p:nvSpPr>
          <p:spPr>
            <a:xfrm>
              <a:off x="1697283" y="32953760"/>
              <a:ext cx="1463040" cy="2190905"/>
            </a:xfrm>
            <a:prstGeom prst="roundRect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時系列</a:t>
              </a:r>
              <a:endParaRPr kumimoji="0" lang="en-US" altLang="ja-JP" sz="4400" b="1" kern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4400" b="1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手法</a:t>
              </a:r>
            </a:p>
          </p:txBody>
        </p:sp>
        <p:sp>
          <p:nvSpPr>
            <p:cNvPr id="518" name="四角形: 角を丸くする 517">
              <a:extLst>
                <a:ext uri="{FF2B5EF4-FFF2-40B4-BE49-F238E27FC236}">
                  <a16:creationId xmlns:a16="http://schemas.microsoft.com/office/drawing/2014/main" id="{7CE8AFBF-2655-E8C1-B385-84ED071AE238}"/>
                </a:ext>
              </a:extLst>
            </p:cNvPr>
            <p:cNvSpPr/>
            <p:nvPr/>
          </p:nvSpPr>
          <p:spPr>
            <a:xfrm>
              <a:off x="1697283" y="35203367"/>
              <a:ext cx="1463040" cy="362912"/>
            </a:xfrm>
            <a:prstGeom prst="roundRect">
              <a:avLst/>
            </a:prstGeom>
            <a:solidFill>
              <a:srgbClr val="5B9BD5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アピアランス</a:t>
              </a:r>
              <a:endParaRPr kumimoji="0" lang="en-US" altLang="ja-JP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40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游ゴシック" panose="020F0502020204030204"/>
                  <a:ea typeface="游ゴシック" panose="020B0400000000000000" pitchFamily="50" charset="-128"/>
                  <a:cs typeface="+mn-cs"/>
                </a:rPr>
                <a:t>ベース手法</a:t>
              </a:r>
              <a:endParaRPr kumimoji="0" lang="ja-JP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524" name="テキスト ボックス 523">
            <a:extLst>
              <a:ext uri="{FF2B5EF4-FFF2-40B4-BE49-F238E27FC236}">
                <a16:creationId xmlns:a16="http://schemas.microsoft.com/office/drawing/2014/main" id="{97BBE806-271F-D474-1EC1-E34652BF3DE5}"/>
              </a:ext>
            </a:extLst>
          </p:cNvPr>
          <p:cNvSpPr txBox="1"/>
          <p:nvPr/>
        </p:nvSpPr>
        <p:spPr>
          <a:xfrm>
            <a:off x="3417774" y="30435861"/>
            <a:ext cx="175339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distance(t)=t</a:t>
            </a:r>
            <a:r>
              <a:rPr kumimoji="1" lang="ja-JP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時における左右足の距離</a:t>
            </a:r>
            <a:r>
              <a:rPr kumimoji="1" lang="ja-JP" altLang="en-U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，</a:t>
            </a:r>
            <a:r>
              <a:rPr kumimoji="1" lang="en-US" altLang="ja-JP" sz="20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width(t)=t</a:t>
            </a:r>
            <a:r>
              <a:rPr kumimoji="1" lang="ja-JP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時における歩隔　</a:t>
            </a:r>
            <a:endParaRPr kumimoji="1" lang="en-US" altLang="ja-JP" sz="20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  <a:p>
            <a:r>
              <a:rPr lang="en-US" altLang="ja-JP" sz="2000" dirty="0"/>
              <a:t>*</a:t>
            </a:r>
            <a:r>
              <a:rPr lang="ja-JP" altLang="en-US" sz="2000" dirty="0"/>
              <a:t>表は，使用したモデルの中で識別精度</a:t>
            </a:r>
            <a:r>
              <a:rPr lang="ja-JP" altLang="en-US" sz="2000" dirty="0" smtClean="0"/>
              <a:t>が最も良かったもの</a:t>
            </a:r>
            <a:r>
              <a:rPr lang="ja-JP" altLang="en-US" sz="2000" dirty="0"/>
              <a:t>を</a:t>
            </a:r>
            <a:r>
              <a:rPr lang="ja-JP" altLang="en-US" sz="2000" dirty="0" smtClean="0"/>
              <a:t>抜粋</a:t>
            </a:r>
            <a:r>
              <a:rPr lang="ja-JP" altLang="en-US" sz="2000" dirty="0"/>
              <a:t>して記載 　</a:t>
            </a:r>
            <a:r>
              <a:rPr lang="en-US" altLang="ja-JP" sz="2000" dirty="0"/>
              <a:t>*</a:t>
            </a:r>
            <a:r>
              <a:rPr lang="ja-JP" altLang="en-US" sz="2000" dirty="0"/>
              <a:t>識別率</a:t>
            </a:r>
            <a:r>
              <a:rPr lang="en-US" altLang="ja-JP" sz="2000" dirty="0"/>
              <a:t>= </a:t>
            </a:r>
            <a:r>
              <a:rPr lang="ja-JP" altLang="en-US" sz="2000" dirty="0" smtClean="0"/>
              <a:t>正しく識別</a:t>
            </a:r>
            <a:r>
              <a:rPr lang="ja-JP" altLang="en-US" sz="2000" dirty="0"/>
              <a:t>された個人の数</a:t>
            </a:r>
            <a:r>
              <a:rPr lang="en-US" altLang="ja-JP" sz="2000" dirty="0"/>
              <a:t>/</a:t>
            </a:r>
            <a:r>
              <a:rPr lang="ja-JP" altLang="en-US" sz="2000" dirty="0"/>
              <a:t>識別させた全データ数</a:t>
            </a:r>
            <a:r>
              <a:rPr lang="en-US" altLang="ja-JP" sz="2000" dirty="0"/>
              <a:t>×100%</a:t>
            </a:r>
            <a:endParaRPr lang="ja-JP" altLang="en-US" sz="2000" dirty="0"/>
          </a:p>
        </p:txBody>
      </p:sp>
      <p:sp>
        <p:nvSpPr>
          <p:cNvPr id="525" name="正方形/長方形 524">
            <a:extLst>
              <a:ext uri="{FF2B5EF4-FFF2-40B4-BE49-F238E27FC236}">
                <a16:creationId xmlns:a16="http://schemas.microsoft.com/office/drawing/2014/main" id="{0A408AD3-6B63-647C-4748-823CA32811FC}"/>
              </a:ext>
            </a:extLst>
          </p:cNvPr>
          <p:cNvSpPr/>
          <p:nvPr/>
        </p:nvSpPr>
        <p:spPr>
          <a:xfrm>
            <a:off x="19942173" y="29900297"/>
            <a:ext cx="8861427" cy="1027900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ja-JP" altLang="en-US" sz="3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非時系列手法の結果「歩隔」</a:t>
            </a:r>
            <a:r>
              <a:rPr kumimoji="0" lang="ja-JP" altLang="en-US" sz="3200" b="1" kern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「歩幅」</a:t>
            </a:r>
            <a:r>
              <a:rPr kumimoji="0" lang="ja-JP" altLang="en-US" sz="3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の</a:t>
            </a:r>
            <a:endParaRPr kumimoji="0" lang="en-US" altLang="ja-JP" sz="3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ja-JP" altLang="en-US" sz="3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特徴量重要度が高かった</a:t>
            </a:r>
            <a:endParaRPr kumimoji="0" lang="en-US" altLang="ja-JP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27" name="正方形/長方形 526">
            <a:extLst>
              <a:ext uri="{FF2B5EF4-FFF2-40B4-BE49-F238E27FC236}">
                <a16:creationId xmlns:a16="http://schemas.microsoft.com/office/drawing/2014/main" id="{6014FBD2-7E5A-F44F-DC95-F59FB88A4AAC}"/>
              </a:ext>
            </a:extLst>
          </p:cNvPr>
          <p:cNvSpPr/>
          <p:nvPr/>
        </p:nvSpPr>
        <p:spPr>
          <a:xfrm>
            <a:off x="19802401" y="35841995"/>
            <a:ext cx="8889808" cy="1700968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時系列手法に新たに</a:t>
            </a:r>
            <a:r>
              <a:rPr kumimoji="0" lang="ja-JP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各時刻</a:t>
            </a:r>
            <a:r>
              <a:rPr kumimoji="0" lang="en-US" altLang="ja-JP" sz="3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t</a:t>
            </a:r>
            <a:r>
              <a:rPr kumimoji="0" lang="ja-JP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に</a:t>
            </a: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おける左右足の</a:t>
            </a:r>
            <a:r>
              <a:rPr kumimoji="0" lang="en-US" altLang="ja-JP" sz="3200" b="1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 </a:t>
            </a:r>
            <a:r>
              <a:rPr kumimoji="0" lang="ja-JP" altLang="en-US" sz="3200" b="1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　</a:t>
            </a:r>
            <a:r>
              <a:rPr kumimoji="0" lang="en-US" altLang="ja-JP" sz="3200" b="1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/>
            </a:r>
            <a:br>
              <a:rPr kumimoji="0" lang="en-US" altLang="ja-JP" sz="3200" b="1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</a:b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歩隔</a:t>
            </a:r>
            <a:r>
              <a:rPr kumimoji="0" lang="en-US" altLang="ja-JP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width(t)</a:t>
            </a:r>
            <a:r>
              <a:rPr kumimoji="0" lang="ja-JP" altLang="en-US" sz="3200" b="1" kern="0" dirty="0" err="1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，</a:t>
            </a: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距離</a:t>
            </a:r>
            <a:r>
              <a:rPr kumimoji="0" lang="en-US" altLang="ja-JP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distance(t)</a:t>
            </a: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を</a:t>
            </a:r>
            <a:r>
              <a:rPr kumimoji="0" lang="ja-JP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特徴量として</a:t>
            </a:r>
            <a:endParaRPr kumimoji="0" lang="en-US" altLang="ja-JP" sz="32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ja-JP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加えて</a:t>
            </a: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識別した結果</a:t>
            </a:r>
            <a:r>
              <a:rPr kumimoji="0" lang="ja-JP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を</a:t>
            </a:r>
            <a:r>
              <a:rPr kumimoji="0" lang="en-US" altLang="ja-JP" sz="3200" b="1" kern="0" dirty="0" smtClean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3</a:t>
            </a:r>
            <a:r>
              <a:rPr kumimoji="0" lang="en-US" altLang="ja-JP" sz="3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~6</a:t>
            </a:r>
            <a:r>
              <a:rPr kumimoji="0" lang="ja-JP" alt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行目に</a:t>
            </a:r>
            <a:r>
              <a:rPr kumimoji="0" lang="ja-JP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記す</a:t>
            </a:r>
            <a:endParaRPr kumimoji="0" lang="en-US" altLang="ja-JP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28" name="正方形/長方形 527">
            <a:extLst>
              <a:ext uri="{FF2B5EF4-FFF2-40B4-BE49-F238E27FC236}">
                <a16:creationId xmlns:a16="http://schemas.microsoft.com/office/drawing/2014/main" id="{0DE38B82-95D0-4E2F-746A-710E7836BB1D}"/>
              </a:ext>
            </a:extLst>
          </p:cNvPr>
          <p:cNvSpPr/>
          <p:nvPr/>
        </p:nvSpPr>
        <p:spPr>
          <a:xfrm>
            <a:off x="0" y="29787060"/>
            <a:ext cx="20011731" cy="634354"/>
          </a:xfrm>
          <a:prstGeom prst="rect">
            <a:avLst/>
          </a:prstGeom>
          <a:noFill/>
          <a:ln w="28575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lvl="0" algn="ctr" defTabSz="914400">
              <a:defRPr/>
            </a:pPr>
            <a:r>
              <a:rPr kumimoji="0" lang="ja-JP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上記の手順で行った被験者</a:t>
            </a:r>
            <a:r>
              <a:rPr kumimoji="0" lang="en-US" altLang="ja-JP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28</a:t>
            </a:r>
            <a:r>
              <a:rPr kumimoji="0" lang="ja-JP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人の個人識別の</a:t>
            </a:r>
            <a:r>
              <a:rPr kumimoji="0" lang="ja-JP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結果</a:t>
            </a:r>
            <a:r>
              <a:rPr kumimoji="0" lang="ja-JP" altLang="en-US" sz="3600" b="1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を</a:t>
            </a:r>
            <a:r>
              <a:rPr kumimoji="0" lang="en-US" altLang="ja-JP" sz="3600" b="1" kern="0" dirty="0" smtClean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1,2,7</a:t>
            </a:r>
            <a:r>
              <a:rPr kumimoji="0" lang="ja-JP" altLang="en-US" sz="3600" b="1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行目に示す</a:t>
            </a:r>
            <a:endParaRPr kumimoji="0" lang="en-US" altLang="ja-JP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693E4D-A10B-09B2-A75A-FD418C004A62}"/>
              </a:ext>
            </a:extLst>
          </p:cNvPr>
          <p:cNvSpPr txBox="1"/>
          <p:nvPr/>
        </p:nvSpPr>
        <p:spPr>
          <a:xfrm>
            <a:off x="9247791" y="21947633"/>
            <a:ext cx="5241199" cy="26776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ja-JP" sz="2800" dirty="0"/>
              <a:t>3.0s</a:t>
            </a:r>
            <a:r>
              <a:rPr lang="ja-JP" altLang="en-US" sz="2800" dirty="0"/>
              <a:t>で一つのデータになるようにデータを分割</a:t>
            </a:r>
            <a:endParaRPr lang="en-US" altLang="ja-JP" sz="2800" dirty="0"/>
          </a:p>
          <a:p>
            <a:endParaRPr lang="en-US" altLang="ja-JP" sz="2800" dirty="0"/>
          </a:p>
          <a:p>
            <a:endParaRPr lang="en-US" altLang="ja-JP" sz="2800" dirty="0"/>
          </a:p>
          <a:p>
            <a:endParaRPr lang="en-US" altLang="ja-JP" sz="2800" dirty="0"/>
          </a:p>
          <a:p>
            <a:endParaRPr lang="en-US" altLang="ja-JP" sz="2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85CE6B1-930C-C616-70F1-721D9A8F0294}"/>
              </a:ext>
            </a:extLst>
          </p:cNvPr>
          <p:cNvSpPr txBox="1"/>
          <p:nvPr/>
        </p:nvSpPr>
        <p:spPr>
          <a:xfrm>
            <a:off x="9259203" y="21288633"/>
            <a:ext cx="524119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R="0" lvl="0" algn="ctr" defTabSz="40105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ja-JP" alt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rPr>
              <a:t>⑦  </a:t>
            </a:r>
            <a:r>
              <a:rPr lang="ja-JP" altLang="en-US" sz="3600">
                <a:solidFill>
                  <a:prstClr val="black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ウィンドウ分割</a:t>
            </a:r>
            <a:endParaRPr kumimoji="1" lang="en-US" altLang="ja-JP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ＭＳ Ｐゴシック" panose="020B0600070205080204" pitchFamily="50" charset="-128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D37AECA7-DDC2-2154-DDCC-B294F31A131F}"/>
              </a:ext>
            </a:extLst>
          </p:cNvPr>
          <p:cNvGrpSpPr/>
          <p:nvPr/>
        </p:nvGrpSpPr>
        <p:grpSpPr>
          <a:xfrm>
            <a:off x="10315091" y="22798051"/>
            <a:ext cx="3294622" cy="1775751"/>
            <a:chOff x="174083" y="3137722"/>
            <a:chExt cx="1922572" cy="1460872"/>
          </a:xfrm>
        </p:grpSpPr>
        <p:pic>
          <p:nvPicPr>
            <p:cNvPr id="18" name="図 17" descr="グラフィカル ユーザー インターフェイス&#10;&#10;中程度の精度で自動的に生成された説明">
              <a:extLst>
                <a:ext uri="{FF2B5EF4-FFF2-40B4-BE49-F238E27FC236}">
                  <a16:creationId xmlns:a16="http://schemas.microsoft.com/office/drawing/2014/main" id="{95D51581-32FB-B225-67D8-E864B0E6798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78" t="10553" r="-2198" b="52811"/>
            <a:stretch/>
          </p:blipFill>
          <p:spPr bwMode="auto">
            <a:xfrm>
              <a:off x="174083" y="3705197"/>
              <a:ext cx="1922572" cy="6372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CDCD99B5-FEAF-9CA7-1AD5-1CC02936DFD9}"/>
                </a:ext>
              </a:extLst>
            </p:cNvPr>
            <p:cNvSpPr/>
            <p:nvPr/>
          </p:nvSpPr>
          <p:spPr>
            <a:xfrm>
              <a:off x="174083" y="3705197"/>
              <a:ext cx="566146" cy="710041"/>
            </a:xfrm>
            <a:prstGeom prst="rect">
              <a:avLst/>
            </a:prstGeom>
            <a:solidFill>
              <a:srgbClr val="FF0000">
                <a:alpha val="4392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右中かっこ 19">
              <a:extLst>
                <a:ext uri="{FF2B5EF4-FFF2-40B4-BE49-F238E27FC236}">
                  <a16:creationId xmlns:a16="http://schemas.microsoft.com/office/drawing/2014/main" id="{15B9DE8D-84FD-8379-82D0-DFBA6AA9FDC2}"/>
                </a:ext>
              </a:extLst>
            </p:cNvPr>
            <p:cNvSpPr/>
            <p:nvPr/>
          </p:nvSpPr>
          <p:spPr>
            <a:xfrm rot="16200000">
              <a:off x="358117" y="3292895"/>
              <a:ext cx="198081" cy="566145"/>
            </a:xfrm>
            <a:prstGeom prst="rightBrace">
              <a:avLst>
                <a:gd name="adj1" fmla="val 42184"/>
                <a:gd name="adj2" fmla="val 5000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DD06811-048E-B016-18F0-EAE73AFF6434}"/>
                </a:ext>
              </a:extLst>
            </p:cNvPr>
            <p:cNvSpPr/>
            <p:nvPr/>
          </p:nvSpPr>
          <p:spPr>
            <a:xfrm>
              <a:off x="244752" y="3137722"/>
              <a:ext cx="489857" cy="3937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b="1">
                  <a:solidFill>
                    <a:srgbClr val="FF0000"/>
                  </a:solidFill>
                </a:rPr>
                <a:t>3.0s</a:t>
              </a:r>
              <a:endParaRPr kumimoji="1" lang="ja-JP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A3D339E8-7008-FA39-2C00-61046EEAA9C2}"/>
                </a:ext>
              </a:extLst>
            </p:cNvPr>
            <p:cNvSpPr/>
            <p:nvPr/>
          </p:nvSpPr>
          <p:spPr>
            <a:xfrm>
              <a:off x="457156" y="3748061"/>
              <a:ext cx="566146" cy="710041"/>
            </a:xfrm>
            <a:prstGeom prst="rect">
              <a:avLst/>
            </a:prstGeom>
            <a:solidFill>
              <a:srgbClr val="FF0000">
                <a:alpha val="4392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B4AF0EE3-7C83-7F94-B13B-C18334CA327E}"/>
                </a:ext>
              </a:extLst>
            </p:cNvPr>
            <p:cNvSpPr/>
            <p:nvPr/>
          </p:nvSpPr>
          <p:spPr>
            <a:xfrm>
              <a:off x="740229" y="3788053"/>
              <a:ext cx="566146" cy="710041"/>
            </a:xfrm>
            <a:prstGeom prst="rect">
              <a:avLst/>
            </a:prstGeom>
            <a:solidFill>
              <a:srgbClr val="FF0000">
                <a:alpha val="4392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51DE59EC-FCFD-F9B9-FE5D-EFD973721B23}"/>
                </a:ext>
              </a:extLst>
            </p:cNvPr>
            <p:cNvSpPr/>
            <p:nvPr/>
          </p:nvSpPr>
          <p:spPr>
            <a:xfrm>
              <a:off x="1016615" y="3836299"/>
              <a:ext cx="566146" cy="710041"/>
            </a:xfrm>
            <a:prstGeom prst="rect">
              <a:avLst/>
            </a:prstGeom>
            <a:solidFill>
              <a:srgbClr val="FF0000">
                <a:alpha val="4392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98B636AD-4C9A-63B8-12A2-AA0B9A2A8944}"/>
                </a:ext>
              </a:extLst>
            </p:cNvPr>
            <p:cNvSpPr/>
            <p:nvPr/>
          </p:nvSpPr>
          <p:spPr>
            <a:xfrm>
              <a:off x="1310069" y="3888553"/>
              <a:ext cx="566146" cy="710041"/>
            </a:xfrm>
            <a:prstGeom prst="rect">
              <a:avLst/>
            </a:prstGeom>
            <a:solidFill>
              <a:srgbClr val="FF0000">
                <a:alpha val="43922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528B670-23F4-0A08-12B7-DDD97AF703F6}"/>
              </a:ext>
            </a:extLst>
          </p:cNvPr>
          <p:cNvSpPr txBox="1"/>
          <p:nvPr/>
        </p:nvSpPr>
        <p:spPr>
          <a:xfrm>
            <a:off x="1219162" y="40331154"/>
            <a:ext cx="194772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[1]Hiroyuki Yamada, et </a:t>
            </a:r>
            <a:r>
              <a:rPr lang="en-US" altLang="ja-JP" sz="2400" b="1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al.Gait</a:t>
            </a:r>
            <a:r>
              <a:rPr lang="en-US" altLang="ja-JP" sz="2400" b="1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-based person identification using 3D LiDAR and long short-term memory deep networks, Advanced Robotics, 34:18, 1201-1211</a:t>
            </a:r>
            <a:r>
              <a:rPr lang="en-US" altLang="ja-JP" sz="2400" b="1" dirty="0" smtClean="0">
                <a:solidFill>
                  <a:srgbClr val="333333"/>
                </a:solidFill>
                <a:latin typeface="Open Sans" panose="020B0606030504020204" pitchFamily="34" charset="0"/>
              </a:rPr>
              <a:t>,</a:t>
            </a:r>
            <a:r>
              <a:rPr lang="ja-JP" alt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 </a:t>
            </a:r>
            <a:r>
              <a:rPr lang="en-US" altLang="ja-JP" sz="2400" b="1" dirty="0" smtClean="0">
                <a:solidFill>
                  <a:srgbClr val="333333"/>
                </a:solidFill>
                <a:latin typeface="Open Sans" panose="020B0606030504020204" pitchFamily="34" charset="0"/>
              </a:rPr>
              <a:t>2020.</a:t>
            </a: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/>
            </a:r>
            <a:b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</a:b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[2]</a:t>
            </a:r>
            <a:r>
              <a:rPr lang="en-US" altLang="ja-JP" sz="2400" b="1" dirty="0" err="1">
                <a:solidFill>
                  <a:srgbClr val="333333"/>
                </a:solidFill>
                <a:latin typeface="Open Sans" panose="020B0606030504020204" pitchFamily="34" charset="0"/>
              </a:rPr>
              <a:t>M.Hasan</a:t>
            </a: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, J. </a:t>
            </a:r>
            <a:r>
              <a:rPr lang="en-US" altLang="ja-JP" sz="2400" b="1" dirty="0" err="1">
                <a:solidFill>
                  <a:srgbClr val="333333"/>
                </a:solidFill>
                <a:latin typeface="Open Sans" panose="020B0606030504020204" pitchFamily="34" charset="0"/>
              </a:rPr>
              <a:t>Hanawa</a:t>
            </a: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, R. </a:t>
            </a:r>
            <a:r>
              <a:rPr lang="en-US" altLang="ja-JP" sz="2400" b="1" dirty="0" err="1">
                <a:solidFill>
                  <a:srgbClr val="333333"/>
                </a:solidFill>
                <a:latin typeface="Open Sans" panose="020B0606030504020204" pitchFamily="34" charset="0"/>
              </a:rPr>
              <a:t>Goto</a:t>
            </a: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, Y. </a:t>
            </a:r>
            <a:r>
              <a:rPr lang="en-US" altLang="ja-JP" sz="2400" b="1" dirty="0" err="1">
                <a:solidFill>
                  <a:srgbClr val="333333"/>
                </a:solidFill>
                <a:latin typeface="Open Sans" panose="020B0606030504020204" pitchFamily="34" charset="0"/>
              </a:rPr>
              <a:t>Kuno</a:t>
            </a: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 and </a:t>
            </a:r>
            <a:r>
              <a:rPr lang="en-US" altLang="ja-JP" sz="2400" b="1" dirty="0" err="1">
                <a:solidFill>
                  <a:srgbClr val="333333"/>
                </a:solidFill>
                <a:latin typeface="Open Sans" panose="020B0606030504020204" pitchFamily="34" charset="0"/>
              </a:rPr>
              <a:t>Y.Kobayashi</a:t>
            </a: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, “Person Identification </a:t>
            </a:r>
            <a:r>
              <a:rPr lang="en-US" altLang="ja-JP" sz="2400" b="1" dirty="0" err="1">
                <a:solidFill>
                  <a:srgbClr val="333333"/>
                </a:solidFill>
                <a:latin typeface="Open Sans" panose="020B0606030504020204" pitchFamily="34" charset="0"/>
              </a:rPr>
              <a:t>byEvaluating</a:t>
            </a: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 Gait using 2D LiDAR and Deep </a:t>
            </a:r>
            <a:r>
              <a:rPr lang="en-US" altLang="ja-JP" sz="2400" b="1" dirty="0" err="1">
                <a:solidFill>
                  <a:srgbClr val="333333"/>
                </a:solidFill>
                <a:latin typeface="Open Sans" panose="020B0606030504020204" pitchFamily="34" charset="0"/>
              </a:rPr>
              <a:t>NeuralNetwork</a:t>
            </a:r>
            <a:r>
              <a:rPr lang="en-US" altLang="ja-JP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,” Research Square, 2022.</a:t>
            </a:r>
            <a:r>
              <a:rPr lang="ja-JP" altLang="en-US" sz="2400" b="1" dirty="0">
                <a:solidFill>
                  <a:srgbClr val="333333"/>
                </a:solidFill>
                <a:latin typeface="Open Sans" panose="020B0606030504020204" pitchFamily="34" charset="0"/>
              </a:rPr>
              <a:t>　　　　　　　</a:t>
            </a:r>
            <a:endParaRPr lang="ja-JP" altLang="en-US" sz="2400" b="1" dirty="0"/>
          </a:p>
        </p:txBody>
      </p:sp>
      <p:sp>
        <p:nvSpPr>
          <p:cNvPr id="226" name="二等辺三角形 225">
            <a:extLst>
              <a:ext uri="{FF2B5EF4-FFF2-40B4-BE49-F238E27FC236}">
                <a16:creationId xmlns:a16="http://schemas.microsoft.com/office/drawing/2014/main" id="{DEB2DCA6-DD6C-70E1-B8BC-7936E1F716CA}"/>
              </a:ext>
            </a:extLst>
          </p:cNvPr>
          <p:cNvSpPr/>
          <p:nvPr/>
        </p:nvSpPr>
        <p:spPr>
          <a:xfrm rot="10800000">
            <a:off x="23798844" y="35190538"/>
            <a:ext cx="1080120" cy="549466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31" name="グループ化 230">
            <a:extLst>
              <a:ext uri="{FF2B5EF4-FFF2-40B4-BE49-F238E27FC236}">
                <a16:creationId xmlns:a16="http://schemas.microsoft.com/office/drawing/2014/main" id="{03960AC7-0A3D-24A2-158E-9124316A2615}"/>
              </a:ext>
            </a:extLst>
          </p:cNvPr>
          <p:cNvGrpSpPr/>
          <p:nvPr/>
        </p:nvGrpSpPr>
        <p:grpSpPr>
          <a:xfrm>
            <a:off x="20803129" y="30973745"/>
            <a:ext cx="6927536" cy="4055176"/>
            <a:chOff x="21559150" y="29465314"/>
            <a:chExt cx="4025223" cy="2377712"/>
          </a:xfrm>
        </p:grpSpPr>
        <p:pic>
          <p:nvPicPr>
            <p:cNvPr id="228" name="図 227" descr="グラフ, 散布図&#10;&#10;自動的に生成された説明">
              <a:extLst>
                <a:ext uri="{FF2B5EF4-FFF2-40B4-BE49-F238E27FC236}">
                  <a16:creationId xmlns:a16="http://schemas.microsoft.com/office/drawing/2014/main" id="{5B41BC1D-A725-5CE2-7871-C55848DCE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21559150" y="29465314"/>
              <a:ext cx="3972969" cy="2377712"/>
            </a:xfrm>
            <a:prstGeom prst="rect">
              <a:avLst/>
            </a:prstGeom>
          </p:spPr>
        </p:pic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13C24C22-6212-4FF9-C2B2-39562B4B8BD6}"/>
                </a:ext>
              </a:extLst>
            </p:cNvPr>
            <p:cNvSpPr/>
            <p:nvPr/>
          </p:nvSpPr>
          <p:spPr>
            <a:xfrm>
              <a:off x="21764530" y="29590905"/>
              <a:ext cx="3819843" cy="24022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FF0000"/>
                </a:solidFill>
              </a:endParaRPr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E5D6AE54-ABB9-E5D3-3D0C-EC4DBBE04685}"/>
                </a:ext>
              </a:extLst>
            </p:cNvPr>
            <p:cNvSpPr/>
            <p:nvPr/>
          </p:nvSpPr>
          <p:spPr>
            <a:xfrm>
              <a:off x="21764530" y="30371540"/>
              <a:ext cx="3819843" cy="24022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889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18730</TotalTime>
  <Words>743</Words>
  <Application>Microsoft Office PowerPoint</Application>
  <PresentationFormat>ユーザー設定</PresentationFormat>
  <Paragraphs>159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1" baseType="lpstr">
      <vt:lpstr>Meiryo UI</vt:lpstr>
      <vt:lpstr>ＭＳ Ｐゴシック</vt:lpstr>
      <vt:lpstr>Open Sans</vt:lpstr>
      <vt:lpstr>メイリオ</vt:lpstr>
      <vt:lpstr>游ゴシック</vt:lpstr>
      <vt:lpstr>Arial</vt:lpstr>
      <vt:lpstr>Calibri</vt:lpstr>
      <vt:lpstr>Cambria Math</vt:lpstr>
      <vt:lpstr>Wingdings</vt:lpstr>
      <vt:lpstr>Office ​​テーマ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SBRA2015_S-2-13</dc:title>
  <dc:creator>fujita</dc:creator>
  <cp:lastModifiedBy>Yuji Watanabe</cp:lastModifiedBy>
  <cp:revision>231</cp:revision>
  <cp:lastPrinted>2019-12-04T03:24:30Z</cp:lastPrinted>
  <dcterms:created xsi:type="dcterms:W3CDTF">2013-11-18T05:53:33Z</dcterms:created>
  <dcterms:modified xsi:type="dcterms:W3CDTF">2023-11-17T09:00:48Z</dcterms:modified>
</cp:coreProperties>
</file>