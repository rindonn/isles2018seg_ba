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
  </p:notesMasterIdLst>
  <p:sldIdLst>
    <p:sldId id="256" r:id="rId2"/>
  </p:sldIdLst>
  <p:sldSz cx="28803600" cy="41405175"/>
  <p:notesSz cx="6735763" cy="9866313"/>
  <p:embeddedFontLst>
    <p:embeddedFont>
      <p:font typeface="Hiragino Maru Gothic Pro" panose="02010600030101010101" charset="-122"/>
      <p:regular r:id="rId4"/>
    </p:embeddedFont>
    <p:embeddedFont>
      <p:font typeface="Cascadia Mono SemiBold" panose="020B0609020000020004" pitchFamily="49" charset="0"/>
      <p:bold r:id="rId5"/>
      <p:boldItalic r:id="rId6"/>
    </p:embeddedFont>
  </p:embeddedFontLst>
  <p:defaultTextStyle>
    <a:defPPr>
      <a:defRPr lang="ja-JP"/>
    </a:defPPr>
    <a:lvl1pPr marL="0" algn="l" defTabSz="4010660" rtl="0" eaLnBrk="1" latinLnBrk="0" hangingPunct="1">
      <a:defRPr kumimoji="1" sz="7900" kern="1200">
        <a:solidFill>
          <a:schemeClr val="tx1"/>
        </a:solidFill>
        <a:latin typeface="+mn-lt"/>
        <a:ea typeface="+mn-ea"/>
        <a:cs typeface="+mn-cs"/>
      </a:defRPr>
    </a:lvl1pPr>
    <a:lvl2pPr marL="2005330" algn="l" defTabSz="4010660" rtl="0" eaLnBrk="1" latinLnBrk="0" hangingPunct="1">
      <a:defRPr kumimoji="1" sz="7900" kern="1200">
        <a:solidFill>
          <a:schemeClr val="tx1"/>
        </a:solidFill>
        <a:latin typeface="+mn-lt"/>
        <a:ea typeface="+mn-ea"/>
        <a:cs typeface="+mn-cs"/>
      </a:defRPr>
    </a:lvl2pPr>
    <a:lvl3pPr marL="4010660" algn="l" defTabSz="4010660" rtl="0" eaLnBrk="1" latinLnBrk="0" hangingPunct="1">
      <a:defRPr kumimoji="1" sz="7900" kern="1200">
        <a:solidFill>
          <a:schemeClr val="tx1"/>
        </a:solidFill>
        <a:latin typeface="+mn-lt"/>
        <a:ea typeface="+mn-ea"/>
        <a:cs typeface="+mn-cs"/>
      </a:defRPr>
    </a:lvl3pPr>
    <a:lvl4pPr marL="6015990" algn="l" defTabSz="4010660" rtl="0" eaLnBrk="1" latinLnBrk="0" hangingPunct="1">
      <a:defRPr kumimoji="1" sz="7900" kern="1200">
        <a:solidFill>
          <a:schemeClr val="tx1"/>
        </a:solidFill>
        <a:latin typeface="+mn-lt"/>
        <a:ea typeface="+mn-ea"/>
        <a:cs typeface="+mn-cs"/>
      </a:defRPr>
    </a:lvl4pPr>
    <a:lvl5pPr marL="8021320" algn="l" defTabSz="4010660" rtl="0" eaLnBrk="1" latinLnBrk="0" hangingPunct="1">
      <a:defRPr kumimoji="1" sz="7900" kern="1200">
        <a:solidFill>
          <a:schemeClr val="tx1"/>
        </a:solidFill>
        <a:latin typeface="+mn-lt"/>
        <a:ea typeface="+mn-ea"/>
        <a:cs typeface="+mn-cs"/>
      </a:defRPr>
    </a:lvl5pPr>
    <a:lvl6pPr marL="10026650" algn="l" defTabSz="4010660" rtl="0" eaLnBrk="1" latinLnBrk="0" hangingPunct="1">
      <a:defRPr kumimoji="1" sz="7900" kern="1200">
        <a:solidFill>
          <a:schemeClr val="tx1"/>
        </a:solidFill>
        <a:latin typeface="+mn-lt"/>
        <a:ea typeface="+mn-ea"/>
        <a:cs typeface="+mn-cs"/>
      </a:defRPr>
    </a:lvl6pPr>
    <a:lvl7pPr marL="12031345" algn="l" defTabSz="4010660" rtl="0" eaLnBrk="1" latinLnBrk="0" hangingPunct="1">
      <a:defRPr kumimoji="1" sz="7900" kern="1200">
        <a:solidFill>
          <a:schemeClr val="tx1"/>
        </a:solidFill>
        <a:latin typeface="+mn-lt"/>
        <a:ea typeface="+mn-ea"/>
        <a:cs typeface="+mn-cs"/>
      </a:defRPr>
    </a:lvl7pPr>
    <a:lvl8pPr marL="14036675" algn="l" defTabSz="4010660" rtl="0" eaLnBrk="1" latinLnBrk="0" hangingPunct="1">
      <a:defRPr kumimoji="1" sz="7900" kern="1200">
        <a:solidFill>
          <a:schemeClr val="tx1"/>
        </a:solidFill>
        <a:latin typeface="+mn-lt"/>
        <a:ea typeface="+mn-ea"/>
        <a:cs typeface="+mn-cs"/>
      </a:defRPr>
    </a:lvl8pPr>
    <a:lvl9pPr marL="16042005" algn="l" defTabSz="4010660" rtl="0" eaLnBrk="1" latinLnBrk="0" hangingPunct="1">
      <a:defRPr kumimoji="1" sz="7900" kern="1200">
        <a:solidFill>
          <a:schemeClr val="tx1"/>
        </a:solidFill>
        <a:latin typeface="+mn-lt"/>
        <a:ea typeface="+mn-ea"/>
        <a:cs typeface="+mn-cs"/>
      </a:defRPr>
    </a:lvl9pPr>
  </p:defaultTextStyle>
  <p:extLst>
    <p:ext uri="{EFAFB233-063F-42B5-8137-9DF3F51BA10A}">
      <p15:sldGuideLst xmlns:p15="http://schemas.microsoft.com/office/powerpoint/2012/main">
        <p15:guide id="1" pos="907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FF66FF"/>
    <a:srgbClr val="B9B9B9"/>
    <a:srgbClr val="028812"/>
    <a:srgbClr val="A1D99C"/>
    <a:srgbClr val="60B46A"/>
    <a:srgbClr val="CFDB00"/>
    <a:srgbClr val="85E076"/>
    <a:srgbClr val="ECF363"/>
    <a:srgbClr val="A7AF0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5620"/>
    <p:restoredTop sz="94660"/>
  </p:normalViewPr>
  <p:slideViewPr>
    <p:cSldViewPr showGuides="1">
      <p:cViewPr>
        <p:scale>
          <a:sx n="35" d="100"/>
          <a:sy n="35" d="100"/>
        </p:scale>
        <p:origin x="714" y="-2184"/>
      </p:cViewPr>
      <p:guideLst>
        <p:guide pos="9072"/>
        <p:guide orient="horz" pos="1304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5" Type="http://schemas.openxmlformats.org/officeDocument/2006/relationships/font" Target="fonts/font2.fntdata"/><Relationship Id="rId10" Type="http://schemas.openxmlformats.org/officeDocument/2006/relationships/tableStyles" Target="tableStyles.xml"/><Relationship Id="rId4" Type="http://schemas.openxmlformats.org/officeDocument/2006/relationships/font" Target="fonts/font1.fntdata"/><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18693" cy="49501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15194" y="0"/>
            <a:ext cx="2918693" cy="495013"/>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2024/10/15</a:t>
            </a:fld>
            <a:endParaRPr lang="zh-CN" altLang="en-US"/>
          </a:p>
        </p:txBody>
      </p:sp>
      <p:sp>
        <p:nvSpPr>
          <p:cNvPr id="4" name="幻灯片图像占位符 3"/>
          <p:cNvSpPr>
            <a:spLocks noGrp="1" noRot="1" noChangeAspect="1"/>
          </p:cNvSpPr>
          <p:nvPr>
            <p:ph type="sldImg" idx="2"/>
          </p:nvPr>
        </p:nvSpPr>
        <p:spPr>
          <a:xfrm>
            <a:off x="407924" y="1233249"/>
            <a:ext cx="5919597" cy="3329773"/>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73545" y="4748010"/>
            <a:ext cx="5388356" cy="3884736"/>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370983"/>
            <a:ext cx="2918693" cy="495012"/>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15194" y="9370983"/>
            <a:ext cx="2918693" cy="495012"/>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2209800" y="1233488"/>
            <a:ext cx="2316163" cy="3328987"/>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2160270" y="12862450"/>
            <a:ext cx="24483060" cy="8875276"/>
          </a:xfrm>
        </p:spPr>
        <p:txBody>
          <a:bodyPr/>
          <a:lstStyle/>
          <a:p>
            <a:r>
              <a:rPr kumimoji="1" lang="ja-JP" altLang="en-US"/>
              <a:t>マスター タイトルの書式設定</a:t>
            </a:r>
          </a:p>
        </p:txBody>
      </p:sp>
      <p:sp>
        <p:nvSpPr>
          <p:cNvPr id="3" name="サブタイトル 2"/>
          <p:cNvSpPr>
            <a:spLocks noGrp="1"/>
          </p:cNvSpPr>
          <p:nvPr>
            <p:ph type="subTitle" idx="1"/>
          </p:nvPr>
        </p:nvSpPr>
        <p:spPr>
          <a:xfrm>
            <a:off x="4320540" y="23462932"/>
            <a:ext cx="20162520" cy="10581322"/>
          </a:xfrm>
        </p:spPr>
        <p:txBody>
          <a:bodyPr/>
          <a:lstStyle>
            <a:lvl1pPr marL="0" indent="0" algn="ctr">
              <a:buNone/>
              <a:defRPr>
                <a:solidFill>
                  <a:schemeClr val="tx1">
                    <a:tint val="75000"/>
                  </a:schemeClr>
                </a:solidFill>
              </a:defRPr>
            </a:lvl1pPr>
            <a:lvl2pPr marL="2005330" indent="0" algn="ctr">
              <a:buNone/>
              <a:defRPr>
                <a:solidFill>
                  <a:schemeClr val="tx1">
                    <a:tint val="75000"/>
                  </a:schemeClr>
                </a:solidFill>
              </a:defRPr>
            </a:lvl2pPr>
            <a:lvl3pPr marL="4010660" indent="0" algn="ctr">
              <a:buNone/>
              <a:defRPr>
                <a:solidFill>
                  <a:schemeClr val="tx1">
                    <a:tint val="75000"/>
                  </a:schemeClr>
                </a:solidFill>
              </a:defRPr>
            </a:lvl3pPr>
            <a:lvl4pPr marL="6015990" indent="0" algn="ctr">
              <a:buNone/>
              <a:defRPr>
                <a:solidFill>
                  <a:schemeClr val="tx1">
                    <a:tint val="75000"/>
                  </a:schemeClr>
                </a:solidFill>
              </a:defRPr>
            </a:lvl4pPr>
            <a:lvl5pPr marL="8021320" indent="0" algn="ctr">
              <a:buNone/>
              <a:defRPr>
                <a:solidFill>
                  <a:schemeClr val="tx1">
                    <a:tint val="75000"/>
                  </a:schemeClr>
                </a:solidFill>
              </a:defRPr>
            </a:lvl5pPr>
            <a:lvl6pPr marL="10026650" indent="0" algn="ctr">
              <a:buNone/>
              <a:defRPr>
                <a:solidFill>
                  <a:schemeClr val="tx1">
                    <a:tint val="75000"/>
                  </a:schemeClr>
                </a:solidFill>
              </a:defRPr>
            </a:lvl6pPr>
            <a:lvl7pPr marL="12031980" indent="0" algn="ctr">
              <a:buNone/>
              <a:defRPr>
                <a:solidFill>
                  <a:schemeClr val="tx1">
                    <a:tint val="75000"/>
                  </a:schemeClr>
                </a:solidFill>
              </a:defRPr>
            </a:lvl7pPr>
            <a:lvl8pPr marL="14037310" indent="0" algn="ctr">
              <a:buNone/>
              <a:defRPr>
                <a:solidFill>
                  <a:schemeClr val="tx1">
                    <a:tint val="75000"/>
                  </a:schemeClr>
                </a:solidFill>
              </a:defRPr>
            </a:lvl8pPr>
            <a:lvl9pPr marL="1604264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2275286" y="26606668"/>
            <a:ext cx="24483060" cy="8223528"/>
          </a:xfrm>
        </p:spPr>
        <p:txBody>
          <a:bodyPr anchor="t"/>
          <a:lstStyle>
            <a:lvl1pPr algn="l">
              <a:defRPr sz="17600" b="1" cap="all"/>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2275286" y="17549282"/>
            <a:ext cx="24483060" cy="9057379"/>
          </a:xfrm>
        </p:spPr>
        <p:txBody>
          <a:bodyPr anchor="b"/>
          <a:lstStyle>
            <a:lvl1pPr marL="0" indent="0">
              <a:buNone/>
              <a:defRPr sz="8700">
                <a:solidFill>
                  <a:schemeClr val="tx1">
                    <a:tint val="75000"/>
                  </a:schemeClr>
                </a:solidFill>
              </a:defRPr>
            </a:lvl1pPr>
            <a:lvl2pPr marL="2005330" indent="0">
              <a:buNone/>
              <a:defRPr sz="7900">
                <a:solidFill>
                  <a:schemeClr val="tx1">
                    <a:tint val="75000"/>
                  </a:schemeClr>
                </a:solidFill>
              </a:defRPr>
            </a:lvl2pPr>
            <a:lvl3pPr marL="4010660" indent="0">
              <a:buNone/>
              <a:defRPr sz="7000">
                <a:solidFill>
                  <a:schemeClr val="tx1">
                    <a:tint val="75000"/>
                  </a:schemeClr>
                </a:solidFill>
              </a:defRPr>
            </a:lvl3pPr>
            <a:lvl4pPr marL="6015990" indent="0">
              <a:buNone/>
              <a:defRPr sz="6100">
                <a:solidFill>
                  <a:schemeClr val="tx1">
                    <a:tint val="75000"/>
                  </a:schemeClr>
                </a:solidFill>
              </a:defRPr>
            </a:lvl4pPr>
            <a:lvl5pPr marL="8021320" indent="0">
              <a:buNone/>
              <a:defRPr sz="6100">
                <a:solidFill>
                  <a:schemeClr val="tx1">
                    <a:tint val="75000"/>
                  </a:schemeClr>
                </a:solidFill>
              </a:defRPr>
            </a:lvl5pPr>
            <a:lvl6pPr marL="10026650" indent="0">
              <a:buNone/>
              <a:defRPr sz="6100">
                <a:solidFill>
                  <a:schemeClr val="tx1">
                    <a:tint val="75000"/>
                  </a:schemeClr>
                </a:solidFill>
              </a:defRPr>
            </a:lvl6pPr>
            <a:lvl7pPr marL="12031980" indent="0">
              <a:buNone/>
              <a:defRPr sz="6100">
                <a:solidFill>
                  <a:schemeClr val="tx1">
                    <a:tint val="75000"/>
                  </a:schemeClr>
                </a:solidFill>
              </a:defRPr>
            </a:lvl7pPr>
            <a:lvl8pPr marL="14037310" indent="0">
              <a:buNone/>
              <a:defRPr sz="6100">
                <a:solidFill>
                  <a:schemeClr val="tx1">
                    <a:tint val="75000"/>
                  </a:schemeClr>
                </a:solidFill>
              </a:defRPr>
            </a:lvl8pPr>
            <a:lvl9pPr marL="16042640" indent="0">
              <a:buNone/>
              <a:defRPr sz="61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4770601" y="60305871"/>
            <a:ext cx="42680336" cy="170566318"/>
          </a:xfrm>
        </p:spPr>
        <p:txBody>
          <a:bodyPr/>
          <a:lstStyle>
            <a:lvl1pPr>
              <a:defRPr sz="12300"/>
            </a:lvl1pPr>
            <a:lvl2pPr>
              <a:defRPr sz="10600"/>
            </a:lvl2pPr>
            <a:lvl3pPr>
              <a:defRPr sz="8700"/>
            </a:lvl3pPr>
            <a:lvl4pPr>
              <a:defRPr sz="7900"/>
            </a:lvl4pPr>
            <a:lvl5pPr>
              <a:defRPr sz="7900"/>
            </a:lvl5pPr>
            <a:lvl6pPr>
              <a:defRPr sz="7900"/>
            </a:lvl6pPr>
            <a:lvl7pPr>
              <a:defRPr sz="7900"/>
            </a:lvl7pPr>
            <a:lvl8pPr>
              <a:defRPr sz="7900"/>
            </a:lvl8pPr>
            <a:lvl9pPr>
              <a:defRPr sz="79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47930992" y="60305871"/>
            <a:ext cx="42680333" cy="170566318"/>
          </a:xfrm>
        </p:spPr>
        <p:txBody>
          <a:bodyPr/>
          <a:lstStyle>
            <a:lvl1pPr>
              <a:defRPr sz="12300"/>
            </a:lvl1pPr>
            <a:lvl2pPr>
              <a:defRPr sz="10600"/>
            </a:lvl2pPr>
            <a:lvl3pPr>
              <a:defRPr sz="8700"/>
            </a:lvl3pPr>
            <a:lvl4pPr>
              <a:defRPr sz="7900"/>
            </a:lvl4pPr>
            <a:lvl5pPr>
              <a:defRPr sz="7900"/>
            </a:lvl5pPr>
            <a:lvl6pPr>
              <a:defRPr sz="7900"/>
            </a:lvl6pPr>
            <a:lvl7pPr>
              <a:defRPr sz="7900"/>
            </a:lvl7pPr>
            <a:lvl8pPr>
              <a:defRPr sz="7900"/>
            </a:lvl8pPr>
            <a:lvl9pPr>
              <a:defRPr sz="79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1440180" y="1658127"/>
            <a:ext cx="25923240" cy="6900862"/>
          </a:xfrm>
        </p:spPr>
        <p:txBody>
          <a:bodyPr/>
          <a:lstStyle>
            <a:lvl1pPr>
              <a:defRPr/>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1440180" y="9268246"/>
            <a:ext cx="12726592" cy="3862563"/>
          </a:xfrm>
        </p:spPr>
        <p:txBody>
          <a:bodyPr anchor="b"/>
          <a:lstStyle>
            <a:lvl1pPr marL="0" indent="0">
              <a:buNone/>
              <a:defRPr sz="10600" b="1"/>
            </a:lvl1pPr>
            <a:lvl2pPr marL="2005330" indent="0">
              <a:buNone/>
              <a:defRPr sz="8700" b="1"/>
            </a:lvl2pPr>
            <a:lvl3pPr marL="4010660" indent="0">
              <a:buNone/>
              <a:defRPr sz="7900" b="1"/>
            </a:lvl3pPr>
            <a:lvl4pPr marL="6015990" indent="0">
              <a:buNone/>
              <a:defRPr sz="7000" b="1"/>
            </a:lvl4pPr>
            <a:lvl5pPr marL="8021320" indent="0">
              <a:buNone/>
              <a:defRPr sz="7000" b="1"/>
            </a:lvl5pPr>
            <a:lvl6pPr marL="10026650" indent="0">
              <a:buNone/>
              <a:defRPr sz="7000" b="1"/>
            </a:lvl6pPr>
            <a:lvl7pPr marL="12031980" indent="0">
              <a:buNone/>
              <a:defRPr sz="7000" b="1"/>
            </a:lvl7pPr>
            <a:lvl8pPr marL="14037310" indent="0">
              <a:buNone/>
              <a:defRPr sz="7000" b="1"/>
            </a:lvl8pPr>
            <a:lvl9pPr marL="16042640" indent="0">
              <a:buNone/>
              <a:defRPr sz="70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1440180" y="13130808"/>
            <a:ext cx="12726592" cy="23855901"/>
          </a:xfrm>
        </p:spPr>
        <p:txBody>
          <a:bodyPr/>
          <a:lstStyle>
            <a:lvl1pPr>
              <a:defRPr sz="10600"/>
            </a:lvl1pPr>
            <a:lvl2pPr>
              <a:defRPr sz="8700"/>
            </a:lvl2pPr>
            <a:lvl3pPr>
              <a:defRPr sz="7900"/>
            </a:lvl3pPr>
            <a:lvl4pPr>
              <a:defRPr sz="7000"/>
            </a:lvl4pPr>
            <a:lvl5pPr>
              <a:defRPr sz="7000"/>
            </a:lvl5pPr>
            <a:lvl6pPr>
              <a:defRPr sz="7000"/>
            </a:lvl6pPr>
            <a:lvl7pPr>
              <a:defRPr sz="7000"/>
            </a:lvl7pPr>
            <a:lvl8pPr>
              <a:defRPr sz="7000"/>
            </a:lvl8pPr>
            <a:lvl9pPr>
              <a:defRPr sz="7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14631830" y="9268246"/>
            <a:ext cx="12731592" cy="3862563"/>
          </a:xfrm>
        </p:spPr>
        <p:txBody>
          <a:bodyPr anchor="b"/>
          <a:lstStyle>
            <a:lvl1pPr marL="0" indent="0">
              <a:buNone/>
              <a:defRPr sz="10600" b="1"/>
            </a:lvl1pPr>
            <a:lvl2pPr marL="2005330" indent="0">
              <a:buNone/>
              <a:defRPr sz="8700" b="1"/>
            </a:lvl2pPr>
            <a:lvl3pPr marL="4010660" indent="0">
              <a:buNone/>
              <a:defRPr sz="7900" b="1"/>
            </a:lvl3pPr>
            <a:lvl4pPr marL="6015990" indent="0">
              <a:buNone/>
              <a:defRPr sz="7000" b="1"/>
            </a:lvl4pPr>
            <a:lvl5pPr marL="8021320" indent="0">
              <a:buNone/>
              <a:defRPr sz="7000" b="1"/>
            </a:lvl5pPr>
            <a:lvl6pPr marL="10026650" indent="0">
              <a:buNone/>
              <a:defRPr sz="7000" b="1"/>
            </a:lvl6pPr>
            <a:lvl7pPr marL="12031980" indent="0">
              <a:buNone/>
              <a:defRPr sz="7000" b="1"/>
            </a:lvl7pPr>
            <a:lvl8pPr marL="14037310" indent="0">
              <a:buNone/>
              <a:defRPr sz="7000" b="1"/>
            </a:lvl8pPr>
            <a:lvl9pPr marL="16042640" indent="0">
              <a:buNone/>
              <a:defRPr sz="70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14631830" y="13130808"/>
            <a:ext cx="12731592" cy="23855901"/>
          </a:xfrm>
        </p:spPr>
        <p:txBody>
          <a:bodyPr/>
          <a:lstStyle>
            <a:lvl1pPr>
              <a:defRPr sz="10600"/>
            </a:lvl1pPr>
            <a:lvl2pPr>
              <a:defRPr sz="8700"/>
            </a:lvl2pPr>
            <a:lvl3pPr>
              <a:defRPr sz="7900"/>
            </a:lvl3pPr>
            <a:lvl4pPr>
              <a:defRPr sz="7000"/>
            </a:lvl4pPr>
            <a:lvl5pPr>
              <a:defRPr sz="7000"/>
            </a:lvl5pPr>
            <a:lvl6pPr>
              <a:defRPr sz="7000"/>
            </a:lvl6pPr>
            <a:lvl7pPr>
              <a:defRPr sz="7000"/>
            </a:lvl7pPr>
            <a:lvl8pPr>
              <a:defRPr sz="7000"/>
            </a:lvl8pPr>
            <a:lvl9pPr>
              <a:defRPr sz="7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440185" y="1648539"/>
            <a:ext cx="9476186" cy="7015877"/>
          </a:xfrm>
        </p:spPr>
        <p:txBody>
          <a:bodyPr anchor="b"/>
          <a:lstStyle>
            <a:lvl1pPr algn="l">
              <a:defRPr sz="8700" b="1"/>
            </a:lvl1pPr>
          </a:lstStyle>
          <a:p>
            <a:r>
              <a:rPr kumimoji="1" lang="ja-JP" altLang="en-US"/>
              <a:t>マスター タイトルの書式設定</a:t>
            </a:r>
          </a:p>
        </p:txBody>
      </p:sp>
      <p:sp>
        <p:nvSpPr>
          <p:cNvPr id="3" name="コンテンツ プレースホルダー 2"/>
          <p:cNvSpPr>
            <a:spLocks noGrp="1"/>
          </p:cNvSpPr>
          <p:nvPr>
            <p:ph idx="1"/>
          </p:nvPr>
        </p:nvSpPr>
        <p:spPr>
          <a:xfrm>
            <a:off x="11261408" y="1648548"/>
            <a:ext cx="16102012" cy="35338170"/>
          </a:xfrm>
        </p:spPr>
        <p:txBody>
          <a:bodyPr/>
          <a:lstStyle>
            <a:lvl1pPr>
              <a:defRPr sz="14000"/>
            </a:lvl1pPr>
            <a:lvl2pPr>
              <a:defRPr sz="12300"/>
            </a:lvl2pPr>
            <a:lvl3pPr>
              <a:defRPr sz="10600"/>
            </a:lvl3pPr>
            <a:lvl4pPr>
              <a:defRPr sz="8700"/>
            </a:lvl4pPr>
            <a:lvl5pPr>
              <a:defRPr sz="8700"/>
            </a:lvl5pPr>
            <a:lvl6pPr>
              <a:defRPr sz="8700"/>
            </a:lvl6pPr>
            <a:lvl7pPr>
              <a:defRPr sz="8700"/>
            </a:lvl7pPr>
            <a:lvl8pPr>
              <a:defRPr sz="8700"/>
            </a:lvl8pPr>
            <a:lvl9pPr>
              <a:defRPr sz="87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1440185" y="8664426"/>
            <a:ext cx="9476186" cy="28322293"/>
          </a:xfrm>
        </p:spPr>
        <p:txBody>
          <a:bodyPr/>
          <a:lstStyle>
            <a:lvl1pPr marL="0" indent="0">
              <a:buNone/>
              <a:defRPr sz="6100"/>
            </a:lvl1pPr>
            <a:lvl2pPr marL="2005330" indent="0">
              <a:buNone/>
              <a:defRPr sz="5300"/>
            </a:lvl2pPr>
            <a:lvl3pPr marL="4010660" indent="0">
              <a:buNone/>
              <a:defRPr sz="4400"/>
            </a:lvl3pPr>
            <a:lvl4pPr marL="6015990" indent="0">
              <a:buNone/>
              <a:defRPr sz="3900"/>
            </a:lvl4pPr>
            <a:lvl5pPr marL="8021320" indent="0">
              <a:buNone/>
              <a:defRPr sz="3900"/>
            </a:lvl5pPr>
            <a:lvl6pPr marL="10026650" indent="0">
              <a:buNone/>
              <a:defRPr sz="3900"/>
            </a:lvl6pPr>
            <a:lvl7pPr marL="12031980" indent="0">
              <a:buNone/>
              <a:defRPr sz="3900"/>
            </a:lvl7pPr>
            <a:lvl8pPr marL="14037310" indent="0">
              <a:buNone/>
              <a:defRPr sz="3900"/>
            </a:lvl8pPr>
            <a:lvl9pPr marL="16042640" indent="0">
              <a:buNone/>
              <a:defRPr sz="3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5645708" y="28983623"/>
            <a:ext cx="17282160" cy="3421681"/>
          </a:xfrm>
        </p:spPr>
        <p:txBody>
          <a:bodyPr anchor="b"/>
          <a:lstStyle>
            <a:lvl1pPr algn="l">
              <a:defRPr sz="8700" b="1"/>
            </a:lvl1pPr>
          </a:lstStyle>
          <a:p>
            <a:r>
              <a:rPr kumimoji="1" lang="ja-JP" altLang="en-US"/>
              <a:t>マスター タイトルの書式設定</a:t>
            </a:r>
          </a:p>
        </p:txBody>
      </p:sp>
      <p:sp>
        <p:nvSpPr>
          <p:cNvPr id="3" name="図プレースホルダー 2"/>
          <p:cNvSpPr>
            <a:spLocks noGrp="1"/>
          </p:cNvSpPr>
          <p:nvPr>
            <p:ph type="pic" idx="1"/>
          </p:nvPr>
        </p:nvSpPr>
        <p:spPr>
          <a:xfrm>
            <a:off x="5645708" y="3699630"/>
            <a:ext cx="17282160" cy="24843105"/>
          </a:xfrm>
        </p:spPr>
        <p:txBody>
          <a:bodyPr/>
          <a:lstStyle>
            <a:lvl1pPr marL="0" indent="0">
              <a:buNone/>
              <a:defRPr sz="14000"/>
            </a:lvl1pPr>
            <a:lvl2pPr marL="2005330" indent="0">
              <a:buNone/>
              <a:defRPr sz="12300"/>
            </a:lvl2pPr>
            <a:lvl3pPr marL="4010660" indent="0">
              <a:buNone/>
              <a:defRPr sz="10600"/>
            </a:lvl3pPr>
            <a:lvl4pPr marL="6015990" indent="0">
              <a:buNone/>
              <a:defRPr sz="8700"/>
            </a:lvl4pPr>
            <a:lvl5pPr marL="8021320" indent="0">
              <a:buNone/>
              <a:defRPr sz="8700"/>
            </a:lvl5pPr>
            <a:lvl6pPr marL="10026650" indent="0">
              <a:buNone/>
              <a:defRPr sz="8700"/>
            </a:lvl6pPr>
            <a:lvl7pPr marL="12031980" indent="0">
              <a:buNone/>
              <a:defRPr sz="8700"/>
            </a:lvl7pPr>
            <a:lvl8pPr marL="14037310" indent="0">
              <a:buNone/>
              <a:defRPr sz="8700"/>
            </a:lvl8pPr>
            <a:lvl9pPr marL="16042640" indent="0">
              <a:buNone/>
              <a:defRPr sz="8700"/>
            </a:lvl9pPr>
          </a:lstStyle>
          <a:p>
            <a:endParaRPr kumimoji="1" lang="ja-JP" altLang="en-US"/>
          </a:p>
        </p:txBody>
      </p:sp>
      <p:sp>
        <p:nvSpPr>
          <p:cNvPr id="4" name="テキスト プレースホルダー 3"/>
          <p:cNvSpPr>
            <a:spLocks noGrp="1"/>
          </p:cNvSpPr>
          <p:nvPr>
            <p:ph type="body" sz="half" idx="2"/>
          </p:nvPr>
        </p:nvSpPr>
        <p:spPr>
          <a:xfrm>
            <a:off x="5645708" y="32405304"/>
            <a:ext cx="17282160" cy="4859354"/>
          </a:xfrm>
        </p:spPr>
        <p:txBody>
          <a:bodyPr/>
          <a:lstStyle>
            <a:lvl1pPr marL="0" indent="0">
              <a:buNone/>
              <a:defRPr sz="6100"/>
            </a:lvl1pPr>
            <a:lvl2pPr marL="2005330" indent="0">
              <a:buNone/>
              <a:defRPr sz="5300"/>
            </a:lvl2pPr>
            <a:lvl3pPr marL="4010660" indent="0">
              <a:buNone/>
              <a:defRPr sz="4400"/>
            </a:lvl3pPr>
            <a:lvl4pPr marL="6015990" indent="0">
              <a:buNone/>
              <a:defRPr sz="3900"/>
            </a:lvl4pPr>
            <a:lvl5pPr marL="8021320" indent="0">
              <a:buNone/>
              <a:defRPr sz="3900"/>
            </a:lvl5pPr>
            <a:lvl6pPr marL="10026650" indent="0">
              <a:buNone/>
              <a:defRPr sz="3900"/>
            </a:lvl6pPr>
            <a:lvl7pPr marL="12031980" indent="0">
              <a:buNone/>
              <a:defRPr sz="3900"/>
            </a:lvl7pPr>
            <a:lvl8pPr marL="14037310" indent="0">
              <a:buNone/>
              <a:defRPr sz="3900"/>
            </a:lvl8pPr>
            <a:lvl9pPr marL="16042640" indent="0">
              <a:buNone/>
              <a:defRPr sz="3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9153645" y="10351294"/>
            <a:ext cx="21457680" cy="220520895"/>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4770602" y="10351294"/>
            <a:ext cx="63902988" cy="220520895"/>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E79983CC-C5CD-4660-8EFA-84CE1102611A}" type="datetimeFigureOut">
              <a:rPr kumimoji="1" lang="ja-JP" altLang="en-US" smtClean="0"/>
              <a:t>2024/10/15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53ADCC8-0883-400D-AF1A-E5CCD24E4989}" type="slidenum">
              <a:rPr kumimoji="1" lang="ja-JP" altLang="en-US" smtClean="0"/>
              <a:t>‹#›</a:t>
            </a:fld>
            <a:endParaRPr kumimoji="1" lang="ja-JP"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1440180" y="1658127"/>
            <a:ext cx="25923240" cy="6900862"/>
          </a:xfrm>
          <a:prstGeom prst="rect">
            <a:avLst/>
          </a:prstGeom>
        </p:spPr>
        <p:txBody>
          <a:bodyPr vert="horz" lIns="401067" tIns="200533" rIns="401067" bIns="200533"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1440180" y="9661216"/>
            <a:ext cx="25923240" cy="27325502"/>
          </a:xfrm>
          <a:prstGeom prst="rect">
            <a:avLst/>
          </a:prstGeom>
        </p:spPr>
        <p:txBody>
          <a:bodyPr vert="horz" lIns="401067" tIns="200533" rIns="401067" bIns="200533"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1440180" y="38376472"/>
            <a:ext cx="6720840" cy="2204443"/>
          </a:xfrm>
          <a:prstGeom prst="rect">
            <a:avLst/>
          </a:prstGeom>
        </p:spPr>
        <p:txBody>
          <a:bodyPr vert="horz" lIns="401067" tIns="200533" rIns="401067" bIns="200533" rtlCol="0" anchor="ctr"/>
          <a:lstStyle>
            <a:lvl1pPr algn="l">
              <a:defRPr sz="5300">
                <a:solidFill>
                  <a:schemeClr val="tx1">
                    <a:tint val="75000"/>
                  </a:schemeClr>
                </a:solidFill>
              </a:defRPr>
            </a:lvl1pPr>
          </a:lstStyle>
          <a:p>
            <a:fld id="{E79983CC-C5CD-4660-8EFA-84CE1102611A}" type="datetimeFigureOut">
              <a:rPr kumimoji="1" lang="ja-JP" altLang="en-US" smtClean="0"/>
              <a:t>2024/10/15</a:t>
            </a:fld>
            <a:endParaRPr kumimoji="1" lang="ja-JP" altLang="en-US"/>
          </a:p>
        </p:txBody>
      </p:sp>
      <p:sp>
        <p:nvSpPr>
          <p:cNvPr id="5" name="フッター プレースホルダー 4"/>
          <p:cNvSpPr>
            <a:spLocks noGrp="1"/>
          </p:cNvSpPr>
          <p:nvPr>
            <p:ph type="ftr" sz="quarter" idx="3"/>
          </p:nvPr>
        </p:nvSpPr>
        <p:spPr>
          <a:xfrm>
            <a:off x="9841230" y="38376472"/>
            <a:ext cx="9121140" cy="2204443"/>
          </a:xfrm>
          <a:prstGeom prst="rect">
            <a:avLst/>
          </a:prstGeom>
        </p:spPr>
        <p:txBody>
          <a:bodyPr vert="horz" lIns="401067" tIns="200533" rIns="401067" bIns="200533" rtlCol="0" anchor="ctr"/>
          <a:lstStyle>
            <a:lvl1pPr algn="ctr">
              <a:defRPr sz="53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20642580" y="38376472"/>
            <a:ext cx="6720840" cy="2204443"/>
          </a:xfrm>
          <a:prstGeom prst="rect">
            <a:avLst/>
          </a:prstGeom>
        </p:spPr>
        <p:txBody>
          <a:bodyPr vert="horz" lIns="401067" tIns="200533" rIns="401067" bIns="200533" rtlCol="0" anchor="ctr"/>
          <a:lstStyle>
            <a:lvl1pPr algn="r">
              <a:defRPr sz="5300">
                <a:solidFill>
                  <a:schemeClr val="tx1">
                    <a:tint val="75000"/>
                  </a:schemeClr>
                </a:solidFill>
              </a:defRPr>
            </a:lvl1pPr>
          </a:lstStyle>
          <a:p>
            <a:fld id="{353ADCC8-0883-400D-AF1A-E5CCD24E4989}"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010660" rtl="0" eaLnBrk="1" latinLnBrk="0" hangingPunct="1">
        <a:spcBef>
          <a:spcPct val="0"/>
        </a:spcBef>
        <a:buNone/>
        <a:defRPr kumimoji="1" sz="19300" kern="1200">
          <a:solidFill>
            <a:schemeClr val="tx1"/>
          </a:solidFill>
          <a:latin typeface="+mj-lt"/>
          <a:ea typeface="+mj-ea"/>
          <a:cs typeface="+mj-cs"/>
        </a:defRPr>
      </a:lvl1pPr>
    </p:titleStyle>
    <p:bodyStyle>
      <a:lvl1pPr marL="1504315" indent="-1504315" algn="l" defTabSz="4010660" rtl="0" eaLnBrk="1" latinLnBrk="0" hangingPunct="1">
        <a:spcBef>
          <a:spcPct val="20000"/>
        </a:spcBef>
        <a:buFont typeface="Arial" panose="020B0604020202090204" pitchFamily="34" charset="0"/>
        <a:buChar char="•"/>
        <a:defRPr kumimoji="1" sz="14000" kern="1200">
          <a:solidFill>
            <a:schemeClr val="tx1"/>
          </a:solidFill>
          <a:latin typeface="+mn-lt"/>
          <a:ea typeface="+mn-ea"/>
          <a:cs typeface="+mn-cs"/>
        </a:defRPr>
      </a:lvl1pPr>
      <a:lvl2pPr marL="3258820" indent="-1253490" algn="l" defTabSz="4010660" rtl="0" eaLnBrk="1" latinLnBrk="0" hangingPunct="1">
        <a:spcBef>
          <a:spcPct val="20000"/>
        </a:spcBef>
        <a:buFont typeface="Arial" panose="020B0604020202090204" pitchFamily="34" charset="0"/>
        <a:buChar char="–"/>
        <a:defRPr kumimoji="1" sz="12300" kern="1200">
          <a:solidFill>
            <a:schemeClr val="tx1"/>
          </a:solidFill>
          <a:latin typeface="+mn-lt"/>
          <a:ea typeface="+mn-ea"/>
          <a:cs typeface="+mn-cs"/>
        </a:defRPr>
      </a:lvl2pPr>
      <a:lvl3pPr marL="5013325" indent="-1002665" algn="l" defTabSz="4010660" rtl="0" eaLnBrk="1" latinLnBrk="0" hangingPunct="1">
        <a:spcBef>
          <a:spcPct val="20000"/>
        </a:spcBef>
        <a:buFont typeface="Arial" panose="020B0604020202090204" pitchFamily="34" charset="0"/>
        <a:buChar char="•"/>
        <a:defRPr kumimoji="1" sz="10600" kern="1200">
          <a:solidFill>
            <a:schemeClr val="tx1"/>
          </a:solidFill>
          <a:latin typeface="+mn-lt"/>
          <a:ea typeface="+mn-ea"/>
          <a:cs typeface="+mn-cs"/>
        </a:defRPr>
      </a:lvl3pPr>
      <a:lvl4pPr marL="7018655" indent="-1002665" algn="l" defTabSz="4010660" rtl="0" eaLnBrk="1" latinLnBrk="0" hangingPunct="1">
        <a:spcBef>
          <a:spcPct val="20000"/>
        </a:spcBef>
        <a:buFont typeface="Arial" panose="020B0604020202090204" pitchFamily="34" charset="0"/>
        <a:buChar char="–"/>
        <a:defRPr kumimoji="1" sz="8700" kern="1200">
          <a:solidFill>
            <a:schemeClr val="tx1"/>
          </a:solidFill>
          <a:latin typeface="+mn-lt"/>
          <a:ea typeface="+mn-ea"/>
          <a:cs typeface="+mn-cs"/>
        </a:defRPr>
      </a:lvl4pPr>
      <a:lvl5pPr marL="9023985" indent="-1002665" algn="l" defTabSz="4010660" rtl="0" eaLnBrk="1" latinLnBrk="0" hangingPunct="1">
        <a:spcBef>
          <a:spcPct val="20000"/>
        </a:spcBef>
        <a:buFont typeface="Arial" panose="020B0604020202090204" pitchFamily="34" charset="0"/>
        <a:buChar char="»"/>
        <a:defRPr kumimoji="1" sz="8700" kern="1200">
          <a:solidFill>
            <a:schemeClr val="tx1"/>
          </a:solidFill>
          <a:latin typeface="+mn-lt"/>
          <a:ea typeface="+mn-ea"/>
          <a:cs typeface="+mn-cs"/>
        </a:defRPr>
      </a:lvl5pPr>
      <a:lvl6pPr marL="11029315" indent="-1002665" algn="l" defTabSz="4010660" rtl="0" eaLnBrk="1" latinLnBrk="0" hangingPunct="1">
        <a:spcBef>
          <a:spcPct val="20000"/>
        </a:spcBef>
        <a:buFont typeface="Arial" panose="020B0604020202090204" pitchFamily="34" charset="0"/>
        <a:buChar char="•"/>
        <a:defRPr kumimoji="1" sz="8700" kern="1200">
          <a:solidFill>
            <a:schemeClr val="tx1"/>
          </a:solidFill>
          <a:latin typeface="+mn-lt"/>
          <a:ea typeface="+mn-ea"/>
          <a:cs typeface="+mn-cs"/>
        </a:defRPr>
      </a:lvl6pPr>
      <a:lvl7pPr marL="13034645" indent="-1002665" algn="l" defTabSz="4010660" rtl="0" eaLnBrk="1" latinLnBrk="0" hangingPunct="1">
        <a:spcBef>
          <a:spcPct val="20000"/>
        </a:spcBef>
        <a:buFont typeface="Arial" panose="020B0604020202090204" pitchFamily="34" charset="0"/>
        <a:buChar char="•"/>
        <a:defRPr kumimoji="1" sz="8700" kern="1200">
          <a:solidFill>
            <a:schemeClr val="tx1"/>
          </a:solidFill>
          <a:latin typeface="+mn-lt"/>
          <a:ea typeface="+mn-ea"/>
          <a:cs typeface="+mn-cs"/>
        </a:defRPr>
      </a:lvl7pPr>
      <a:lvl8pPr marL="15039975" indent="-1002665" algn="l" defTabSz="4010660" rtl="0" eaLnBrk="1" latinLnBrk="0" hangingPunct="1">
        <a:spcBef>
          <a:spcPct val="20000"/>
        </a:spcBef>
        <a:buFont typeface="Arial" panose="020B0604020202090204" pitchFamily="34" charset="0"/>
        <a:buChar char="•"/>
        <a:defRPr kumimoji="1" sz="8700" kern="1200">
          <a:solidFill>
            <a:schemeClr val="tx1"/>
          </a:solidFill>
          <a:latin typeface="+mn-lt"/>
          <a:ea typeface="+mn-ea"/>
          <a:cs typeface="+mn-cs"/>
        </a:defRPr>
      </a:lvl8pPr>
      <a:lvl9pPr marL="17045305" indent="-1002665" algn="l" defTabSz="4010660" rtl="0" eaLnBrk="1" latinLnBrk="0" hangingPunct="1">
        <a:spcBef>
          <a:spcPct val="20000"/>
        </a:spcBef>
        <a:buFont typeface="Arial" panose="020B0604020202090204" pitchFamily="34" charset="0"/>
        <a:buChar char="•"/>
        <a:defRPr kumimoji="1" sz="8700" kern="1200">
          <a:solidFill>
            <a:schemeClr val="tx1"/>
          </a:solidFill>
          <a:latin typeface="+mn-lt"/>
          <a:ea typeface="+mn-ea"/>
          <a:cs typeface="+mn-cs"/>
        </a:defRPr>
      </a:lvl9pPr>
    </p:bodyStyle>
    <p:otherStyle>
      <a:defPPr>
        <a:defRPr lang="ja-JP"/>
      </a:defPPr>
      <a:lvl1pPr marL="0" algn="l" defTabSz="4010660" rtl="0" eaLnBrk="1" latinLnBrk="0" hangingPunct="1">
        <a:defRPr kumimoji="1" sz="7900" kern="1200">
          <a:solidFill>
            <a:schemeClr val="tx1"/>
          </a:solidFill>
          <a:latin typeface="+mn-lt"/>
          <a:ea typeface="+mn-ea"/>
          <a:cs typeface="+mn-cs"/>
        </a:defRPr>
      </a:lvl1pPr>
      <a:lvl2pPr marL="2005330" algn="l" defTabSz="4010660" rtl="0" eaLnBrk="1" latinLnBrk="0" hangingPunct="1">
        <a:defRPr kumimoji="1" sz="7900" kern="1200">
          <a:solidFill>
            <a:schemeClr val="tx1"/>
          </a:solidFill>
          <a:latin typeface="+mn-lt"/>
          <a:ea typeface="+mn-ea"/>
          <a:cs typeface="+mn-cs"/>
        </a:defRPr>
      </a:lvl2pPr>
      <a:lvl3pPr marL="4010660" algn="l" defTabSz="4010660" rtl="0" eaLnBrk="1" latinLnBrk="0" hangingPunct="1">
        <a:defRPr kumimoji="1" sz="7900" kern="1200">
          <a:solidFill>
            <a:schemeClr val="tx1"/>
          </a:solidFill>
          <a:latin typeface="+mn-lt"/>
          <a:ea typeface="+mn-ea"/>
          <a:cs typeface="+mn-cs"/>
        </a:defRPr>
      </a:lvl3pPr>
      <a:lvl4pPr marL="6015990" algn="l" defTabSz="4010660" rtl="0" eaLnBrk="1" latinLnBrk="0" hangingPunct="1">
        <a:defRPr kumimoji="1" sz="7900" kern="1200">
          <a:solidFill>
            <a:schemeClr val="tx1"/>
          </a:solidFill>
          <a:latin typeface="+mn-lt"/>
          <a:ea typeface="+mn-ea"/>
          <a:cs typeface="+mn-cs"/>
        </a:defRPr>
      </a:lvl4pPr>
      <a:lvl5pPr marL="8021320" algn="l" defTabSz="4010660" rtl="0" eaLnBrk="1" latinLnBrk="0" hangingPunct="1">
        <a:defRPr kumimoji="1" sz="7900" kern="1200">
          <a:solidFill>
            <a:schemeClr val="tx1"/>
          </a:solidFill>
          <a:latin typeface="+mn-lt"/>
          <a:ea typeface="+mn-ea"/>
          <a:cs typeface="+mn-cs"/>
        </a:defRPr>
      </a:lvl5pPr>
      <a:lvl6pPr marL="10026650" algn="l" defTabSz="4010660" rtl="0" eaLnBrk="1" latinLnBrk="0" hangingPunct="1">
        <a:defRPr kumimoji="1" sz="7900" kern="1200">
          <a:solidFill>
            <a:schemeClr val="tx1"/>
          </a:solidFill>
          <a:latin typeface="+mn-lt"/>
          <a:ea typeface="+mn-ea"/>
          <a:cs typeface="+mn-cs"/>
        </a:defRPr>
      </a:lvl6pPr>
      <a:lvl7pPr marL="12031980" algn="l" defTabSz="4010660" rtl="0" eaLnBrk="1" latinLnBrk="0" hangingPunct="1">
        <a:defRPr kumimoji="1" sz="7900" kern="1200">
          <a:solidFill>
            <a:schemeClr val="tx1"/>
          </a:solidFill>
          <a:latin typeface="+mn-lt"/>
          <a:ea typeface="+mn-ea"/>
          <a:cs typeface="+mn-cs"/>
        </a:defRPr>
      </a:lvl7pPr>
      <a:lvl8pPr marL="14037310" algn="l" defTabSz="4010660" rtl="0" eaLnBrk="1" latinLnBrk="0" hangingPunct="1">
        <a:defRPr kumimoji="1" sz="7900" kern="1200">
          <a:solidFill>
            <a:schemeClr val="tx1"/>
          </a:solidFill>
          <a:latin typeface="+mn-lt"/>
          <a:ea typeface="+mn-ea"/>
          <a:cs typeface="+mn-cs"/>
        </a:defRPr>
      </a:lvl8pPr>
      <a:lvl9pPr marL="16042640" algn="l" defTabSz="4010660" rtl="0" eaLnBrk="1" latinLnBrk="0" hangingPunct="1">
        <a:defRPr kumimoji="1" sz="7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图片 25">
            <a:extLst>
              <a:ext uri="{FF2B5EF4-FFF2-40B4-BE49-F238E27FC236}">
                <a16:creationId xmlns:a16="http://schemas.microsoft.com/office/drawing/2014/main" id="{0AE97CFA-C9A4-A3C8-1D66-2EC4095D6900}"/>
              </a:ext>
            </a:extLst>
          </p:cNvPr>
          <p:cNvPicPr>
            <a:picLocks noChangeAspect="1"/>
          </p:cNvPicPr>
          <p:nvPr/>
        </p:nvPicPr>
        <p:blipFill>
          <a:blip r:embed="rId3"/>
          <a:stretch>
            <a:fillRect/>
          </a:stretch>
        </p:blipFill>
        <p:spPr>
          <a:xfrm>
            <a:off x="6410538" y="14004769"/>
            <a:ext cx="8897859" cy="7002273"/>
          </a:xfrm>
          <a:prstGeom prst="rect">
            <a:avLst/>
          </a:prstGeom>
        </p:spPr>
      </p:pic>
      <p:sp>
        <p:nvSpPr>
          <p:cNvPr id="4" name="正方形/長方形 3"/>
          <p:cNvSpPr/>
          <p:nvPr/>
        </p:nvSpPr>
        <p:spPr>
          <a:xfrm>
            <a:off x="3600450" y="180306"/>
            <a:ext cx="23979187" cy="4425603"/>
          </a:xfrm>
          <a:prstGeom prst="roundRect">
            <a:avLst/>
          </a:prstGeom>
        </p:spPr>
        <p:style>
          <a:lnRef idx="1">
            <a:schemeClr val="accent5"/>
          </a:lnRef>
          <a:fillRef idx="2">
            <a:schemeClr val="accent5"/>
          </a:fillRef>
          <a:effectRef idx="1">
            <a:schemeClr val="accent5"/>
          </a:effectRef>
          <a:fontRef idx="minor">
            <a:schemeClr val="dk1"/>
          </a:fontRef>
        </p:style>
        <p:txBody>
          <a:bodyPr lIns="87810" tIns="43905" rIns="87810" bIns="43905" rtlCol="0" anchor="ctr"/>
          <a:lstStyle/>
          <a:p>
            <a:pPr algn="ctr">
              <a:lnSpc>
                <a:spcPts val="8300"/>
              </a:lnSpc>
            </a:pPr>
            <a:r>
              <a:rPr lang="en-US" altLang="ja-JP" sz="4000" dirty="0">
                <a:solidFill>
                  <a:schemeClr val="tx1"/>
                </a:solidFill>
                <a:latin typeface="+mj-ea"/>
                <a:ea typeface="+mj-ea"/>
                <a:cs typeface="Hiragino Maru Gothic Pro" panose="020F0400000000000000" charset="-128"/>
              </a:rPr>
              <a:t>2024 IEEE 13th Global Conference on Consumer Electronics (GCCE 2024)</a:t>
            </a:r>
          </a:p>
          <a:p>
            <a:pPr algn="ctr">
              <a:lnSpc>
                <a:spcPts val="8300"/>
              </a:lnSpc>
            </a:pPr>
            <a:r>
              <a:rPr lang="en-US" altLang="ja-JP" sz="5400" dirty="0">
                <a:solidFill>
                  <a:schemeClr val="tx1"/>
                </a:solidFill>
                <a:latin typeface="+mj-ea"/>
                <a:ea typeface="+mj-ea"/>
                <a:cs typeface="Hiragino Maru Gothic Pro" panose="020F0400000000000000" charset="-128"/>
              </a:rPr>
              <a:t>Proposed Models for Improving Lesion Segmentation in Ischemic Stroke CT Images Based on Hybrid CNN-Transformer Architectures</a:t>
            </a:r>
          </a:p>
          <a:p>
            <a:pPr algn="ctr">
              <a:lnSpc>
                <a:spcPts val="8300"/>
              </a:lnSpc>
            </a:pPr>
            <a:r>
              <a:rPr lang="en-US" altLang="ja-JP" sz="4400" dirty="0">
                <a:solidFill>
                  <a:schemeClr val="tx1"/>
                </a:solidFill>
                <a:latin typeface="+mj-ea"/>
                <a:ea typeface="+mj-ea"/>
                <a:cs typeface="Hiragino Maru Gothic Pro" panose="020F0400000000000000" charset="-128"/>
              </a:rPr>
              <a:t>Yonghao Ba</a:t>
            </a:r>
            <a:r>
              <a:rPr lang="ja-JP" altLang="en-US" sz="4400" dirty="0">
                <a:solidFill>
                  <a:schemeClr val="tx1"/>
                </a:solidFill>
                <a:latin typeface="+mj-ea"/>
                <a:ea typeface="+mj-ea"/>
                <a:cs typeface="Hiragino Maru Gothic Pro" panose="020F0400000000000000" charset="-128"/>
              </a:rPr>
              <a:t>，</a:t>
            </a:r>
            <a:r>
              <a:rPr lang="en-US" altLang="ja-JP" sz="4400" dirty="0">
                <a:solidFill>
                  <a:schemeClr val="tx1"/>
                </a:solidFill>
                <a:latin typeface="+mj-ea"/>
                <a:ea typeface="+mj-ea"/>
                <a:cs typeface="Hiragino Maru Gothic Pro" panose="020F0400000000000000" charset="-128"/>
              </a:rPr>
              <a:t>Yuji Watanabe</a:t>
            </a:r>
            <a:r>
              <a:rPr lang="ja-JP" altLang="en-US" sz="4400" dirty="0">
                <a:solidFill>
                  <a:schemeClr val="tx1"/>
                </a:solidFill>
                <a:latin typeface="+mj-ea"/>
                <a:ea typeface="+mj-ea"/>
                <a:cs typeface="Hiragino Maru Gothic Pro" panose="020F0400000000000000" charset="-128"/>
              </a:rPr>
              <a:t>（</a:t>
            </a:r>
            <a:r>
              <a:rPr lang="en-US" altLang="ja-JP" sz="4400" dirty="0">
                <a:solidFill>
                  <a:schemeClr val="tx1"/>
                </a:solidFill>
                <a:latin typeface="+mj-ea"/>
                <a:ea typeface="+mj-ea"/>
                <a:cs typeface="Hiragino Maru Gothic Pro" panose="020F0400000000000000" charset="-128"/>
              </a:rPr>
              <a:t>Graduate School of Science, Nagoya City University</a:t>
            </a:r>
            <a:r>
              <a:rPr lang="ja-JP" altLang="en-US" sz="4400" dirty="0">
                <a:solidFill>
                  <a:schemeClr val="tx1"/>
                </a:solidFill>
                <a:latin typeface="+mj-ea"/>
                <a:ea typeface="+mj-ea"/>
                <a:cs typeface="Hiragino Maru Gothic Pro" panose="020F0400000000000000" charset="-128"/>
              </a:rPr>
              <a:t>）</a:t>
            </a:r>
          </a:p>
        </p:txBody>
      </p:sp>
      <p:sp>
        <p:nvSpPr>
          <p:cNvPr id="5" name="角丸四角形 4"/>
          <p:cNvSpPr/>
          <p:nvPr/>
        </p:nvSpPr>
        <p:spPr>
          <a:xfrm>
            <a:off x="895439" y="4831005"/>
            <a:ext cx="26634867" cy="7476782"/>
          </a:xfrm>
          <a:prstGeom prst="roundRect">
            <a:avLst>
              <a:gd name="adj" fmla="val 10836"/>
            </a:avLst>
          </a:prstGeom>
          <a:noFill/>
          <a:ln w="101600"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lIns="87810" tIns="43905" rIns="87810" bIns="43905" rtlCol="0" anchor="ctr"/>
          <a:lstStyle/>
          <a:p>
            <a:pPr algn="just"/>
            <a:endParaRPr lang="en-US" altLang="ja-JP" sz="3600" dirty="0">
              <a:solidFill>
                <a:schemeClr val="tx1"/>
              </a:solidFill>
              <a:latin typeface="Hiragino Maru Gothic Pro" panose="020F0400000000000000" charset="-128"/>
              <a:ea typeface="Hiragino Maru Gothic Pro" panose="020F0400000000000000" charset="-128"/>
            </a:endParaRPr>
          </a:p>
          <a:p>
            <a:pPr algn="just"/>
            <a:endParaRPr lang="en-US" altLang="ja-JP" sz="3600" dirty="0">
              <a:solidFill>
                <a:schemeClr val="tx1"/>
              </a:solidFill>
              <a:latin typeface="Hiragino Maru Gothic Pro" panose="020F0400000000000000" charset="-128"/>
              <a:ea typeface="Hiragino Maru Gothic Pro" panose="020F0400000000000000" charset="-128"/>
            </a:endParaRPr>
          </a:p>
          <a:p>
            <a:pPr marL="571500" indent="-571500" algn="just">
              <a:buFont typeface="Wingdings" panose="05000000000000000000" pitchFamily="2" charset="2"/>
              <a:buChar char="l"/>
            </a:pPr>
            <a:r>
              <a:rPr lang="en-US" altLang="ja-JP" sz="3800" dirty="0">
                <a:solidFill>
                  <a:schemeClr val="tx1"/>
                </a:solidFill>
                <a:latin typeface="Hiragino Maru Gothic Pro" panose="020F0400000000000000" charset="-128"/>
                <a:ea typeface="Hiragino Maru Gothic Pro" panose="020F0400000000000000" charset="-128"/>
              </a:rPr>
              <a:t>Semantic segmentation is crucial for many applications, but achieving high performance in complex real-world scenarios remains challenging. In this study, we explore combining CNNs and Transformers for feature extraction and propose two new models—swinTXUNet and swinTAUNet—for the publicly available ischemic stroke CT dataset ISLES2018.</a:t>
            </a:r>
          </a:p>
          <a:p>
            <a:pPr marL="571500" indent="-571500" algn="just">
              <a:buFont typeface="Wingdings" panose="05000000000000000000" pitchFamily="2" charset="2"/>
              <a:buChar char="l"/>
            </a:pPr>
            <a:r>
              <a:rPr lang="en-US" altLang="ja-JP" sz="3800" dirty="0">
                <a:solidFill>
                  <a:schemeClr val="tx1"/>
                </a:solidFill>
                <a:latin typeface="Hiragino Maru Gothic Pro" panose="020F0400000000000000" charset="-128"/>
                <a:ea typeface="Hiragino Maru Gothic Pro" panose="020F0400000000000000" charset="-128"/>
              </a:rPr>
              <a:t>We base our models on the traditional U-Net and significantly enhance its encoder. We adopt the branching structure that combines CNN and Transformer, resulting in two new models differentiated by data flow methods. </a:t>
            </a:r>
          </a:p>
          <a:p>
            <a:pPr marL="571500" indent="-571500" algn="just">
              <a:buFont typeface="Wingdings" panose="05000000000000000000" pitchFamily="2" charset="2"/>
              <a:buChar char="l"/>
            </a:pPr>
            <a:r>
              <a:rPr lang="en-US" altLang="ja-JP" sz="3800" dirty="0">
                <a:solidFill>
                  <a:schemeClr val="tx1"/>
                </a:solidFill>
                <a:latin typeface="Hiragino Maru Gothic Pro" panose="020F0400000000000000" charset="-128"/>
                <a:ea typeface="Hiragino Maru Gothic Pro" panose="020F0400000000000000" charset="-128"/>
              </a:rPr>
              <a:t>Experiments show that our proposed methods achieve the validation accuracy of 76%, about 15% higher than the previous models, without relying on pre-training. Test results confirm the effectiveness of our methods and demonstrate the potential of hybrid CNN-Transformer models for feature extraction.</a:t>
            </a:r>
            <a:endParaRPr lang="ja-JP" altLang="en-US" sz="3800" dirty="0">
              <a:solidFill>
                <a:srgbClr val="FF0000"/>
              </a:solidFill>
              <a:latin typeface="Hiragino Maru Gothic Pro" panose="020F0400000000000000" charset="-128"/>
              <a:ea typeface="Hiragino Maru Gothic Pro" panose="020F0400000000000000" charset="-128"/>
            </a:endParaRPr>
          </a:p>
        </p:txBody>
      </p:sp>
      <p:sp>
        <p:nvSpPr>
          <p:cNvPr id="10" name="正方形/長方形 9"/>
          <p:cNvSpPr/>
          <p:nvPr/>
        </p:nvSpPr>
        <p:spPr>
          <a:xfrm>
            <a:off x="12229031" y="4989073"/>
            <a:ext cx="3967682" cy="1008000"/>
          </a:xfrm>
          <a:prstGeom prst="roundRect">
            <a:avLst/>
          </a:prstGeom>
          <a:ln/>
        </p:spPr>
        <p:style>
          <a:lnRef idx="1">
            <a:schemeClr val="accent5"/>
          </a:lnRef>
          <a:fillRef idx="2">
            <a:schemeClr val="accent5"/>
          </a:fillRef>
          <a:effectRef idx="1">
            <a:schemeClr val="accent5"/>
          </a:effectRef>
          <a:fontRef idx="minor">
            <a:schemeClr val="dk1"/>
          </a:fontRef>
        </p:style>
        <p:txBody>
          <a:bodyPr vertOverflow="overflow" horzOverflow="overflow" vert="horz" wrap="square" lIns="87810" tIns="43905" rIns="87810" bIns="43905" numCol="1" spcCol="0" rtlCol="0" fromWordArt="0" anchor="ctr" anchorCtr="0" forceAA="0" compatLnSpc="1">
            <a:noAutofit/>
          </a:bodyPr>
          <a:lstStyle/>
          <a:p>
            <a:pPr lvl="0" algn="ctr">
              <a:buClrTx/>
              <a:buSzTx/>
              <a:buFontTx/>
            </a:pPr>
            <a:r>
              <a:rPr lang="en-US" altLang="ja-JP" sz="5400" b="1" dirty="0">
                <a:latin typeface="Cascadia Mono SemiBold" panose="020B0609020000020004" pitchFamily="49" charset="0"/>
                <a:ea typeface="Cascadia Mono SemiBold" panose="020B0609020000020004" pitchFamily="49" charset="0"/>
                <a:cs typeface="Cascadia Mono SemiBold" panose="020B0609020000020004" pitchFamily="49" charset="0"/>
                <a:sym typeface="+mn-ea"/>
              </a:rPr>
              <a:t>ABSTRACT</a:t>
            </a:r>
            <a:endParaRPr lang="ja-JP" altLang="en-US" sz="5400" b="1" dirty="0">
              <a:latin typeface="Cascadia Mono SemiBold" panose="020B0609020000020004" pitchFamily="49" charset="0"/>
              <a:ea typeface="Hiragino Maru Gothic Pro" panose="02010600030101010101" charset="-122"/>
              <a:cs typeface="Cascadia Mono SemiBold" panose="020B0609020000020004" pitchFamily="49" charset="0"/>
              <a:sym typeface="+mn-ea"/>
            </a:endParaRPr>
          </a:p>
        </p:txBody>
      </p:sp>
      <p:pic>
        <p:nvPicPr>
          <p:cNvPr id="14" name="图片 13" descr="12-19NCUシステム＋英ロゴ"/>
          <p:cNvPicPr>
            <a:picLocks noChangeAspect="1"/>
          </p:cNvPicPr>
          <p:nvPr/>
        </p:nvPicPr>
        <p:blipFill>
          <a:blip r:embed="rId4"/>
          <a:srcRect r="50137"/>
          <a:stretch>
            <a:fillRect/>
          </a:stretch>
        </p:blipFill>
        <p:spPr>
          <a:xfrm>
            <a:off x="901645" y="787929"/>
            <a:ext cx="2679095" cy="3622842"/>
          </a:xfrm>
          <a:prstGeom prst="rect">
            <a:avLst/>
          </a:prstGeom>
        </p:spPr>
      </p:pic>
      <p:sp>
        <p:nvSpPr>
          <p:cNvPr id="9" name="正方形/長方形 79">
            <a:extLst>
              <a:ext uri="{FF2B5EF4-FFF2-40B4-BE49-F238E27FC236}">
                <a16:creationId xmlns:a16="http://schemas.microsoft.com/office/drawing/2014/main" id="{5FA3ECF9-0142-AA5F-6C40-FE2CD2322169}"/>
              </a:ext>
            </a:extLst>
          </p:cNvPr>
          <p:cNvSpPr/>
          <p:nvPr/>
        </p:nvSpPr>
        <p:spPr>
          <a:xfrm>
            <a:off x="10897463" y="12709699"/>
            <a:ext cx="7008674" cy="1008000"/>
          </a:xfrm>
          <a:prstGeom prst="roundRect">
            <a:avLst/>
          </a:prstGeom>
          <a:ln/>
        </p:spPr>
        <p:style>
          <a:lnRef idx="1">
            <a:schemeClr val="accent5"/>
          </a:lnRef>
          <a:fillRef idx="2">
            <a:schemeClr val="accent5"/>
          </a:fillRef>
          <a:effectRef idx="1">
            <a:schemeClr val="accent5"/>
          </a:effectRef>
          <a:fontRef idx="minor">
            <a:schemeClr val="dk1"/>
          </a:fontRef>
        </p:style>
        <p:txBody>
          <a:bodyPr lIns="87810" tIns="43905" rIns="87810" bIns="43905" rtlCol="0" anchor="ctr"/>
          <a:lstStyle/>
          <a:p>
            <a:pPr algn="ctr"/>
            <a:r>
              <a:rPr lang="en-US" altLang="ja-JP" sz="5400" b="1" dirty="0">
                <a:latin typeface="Cascadia Mono SemiBold" panose="020B0609020000020004" pitchFamily="49" charset="0"/>
                <a:ea typeface="Cascadia Mono SemiBold" panose="020B0609020000020004" pitchFamily="49" charset="0"/>
                <a:cs typeface="Cascadia Mono SemiBold" panose="020B0609020000020004" pitchFamily="49" charset="0"/>
              </a:rPr>
              <a:t>PROPUSED METHODS</a:t>
            </a:r>
            <a:endParaRPr lang="ja-JP" altLang="en-US" sz="5400" b="1" dirty="0">
              <a:latin typeface="Cascadia Mono SemiBold" panose="020B0609020000020004" pitchFamily="49" charset="0"/>
              <a:ea typeface="Hiragino Maru Gothic Pro" panose="02010600030101010101" charset="-122"/>
              <a:cs typeface="Cascadia Mono SemiBold" panose="020B0609020000020004" pitchFamily="49" charset="0"/>
            </a:endParaRPr>
          </a:p>
        </p:txBody>
      </p:sp>
      <p:pic>
        <p:nvPicPr>
          <p:cNvPr id="32" name="图片 31">
            <a:extLst>
              <a:ext uri="{FF2B5EF4-FFF2-40B4-BE49-F238E27FC236}">
                <a16:creationId xmlns:a16="http://schemas.microsoft.com/office/drawing/2014/main" id="{13EBF3A2-AC00-6D07-03E7-587C0A05104A}"/>
              </a:ext>
            </a:extLst>
          </p:cNvPr>
          <p:cNvPicPr>
            <a:picLocks noChangeAspect="1"/>
          </p:cNvPicPr>
          <p:nvPr/>
        </p:nvPicPr>
        <p:blipFill>
          <a:blip r:embed="rId5"/>
          <a:stretch>
            <a:fillRect/>
          </a:stretch>
        </p:blipFill>
        <p:spPr>
          <a:xfrm>
            <a:off x="1050524" y="14117555"/>
            <a:ext cx="5204929" cy="7035135"/>
          </a:xfrm>
          <a:prstGeom prst="rect">
            <a:avLst/>
          </a:prstGeom>
        </p:spPr>
      </p:pic>
      <p:pic>
        <p:nvPicPr>
          <p:cNvPr id="38" name="图片 37">
            <a:extLst>
              <a:ext uri="{FF2B5EF4-FFF2-40B4-BE49-F238E27FC236}">
                <a16:creationId xmlns:a16="http://schemas.microsoft.com/office/drawing/2014/main" id="{BDCE53C6-3F48-DC2C-4190-D2C5F4973B67}"/>
              </a:ext>
            </a:extLst>
          </p:cNvPr>
          <p:cNvPicPr>
            <a:picLocks noChangeAspect="1"/>
          </p:cNvPicPr>
          <p:nvPr/>
        </p:nvPicPr>
        <p:blipFill>
          <a:blip r:embed="rId6"/>
          <a:stretch>
            <a:fillRect/>
          </a:stretch>
        </p:blipFill>
        <p:spPr>
          <a:xfrm>
            <a:off x="18559408" y="21191294"/>
            <a:ext cx="8527962" cy="7475914"/>
          </a:xfrm>
          <a:prstGeom prst="rect">
            <a:avLst/>
          </a:prstGeom>
        </p:spPr>
      </p:pic>
      <p:pic>
        <p:nvPicPr>
          <p:cNvPr id="47" name="图片 46">
            <a:extLst>
              <a:ext uri="{FF2B5EF4-FFF2-40B4-BE49-F238E27FC236}">
                <a16:creationId xmlns:a16="http://schemas.microsoft.com/office/drawing/2014/main" id="{14C3F40F-7D53-28B6-AE92-1AEE4C2E2BA2}"/>
              </a:ext>
            </a:extLst>
          </p:cNvPr>
          <p:cNvPicPr>
            <a:picLocks noChangeAspect="1"/>
          </p:cNvPicPr>
          <p:nvPr/>
        </p:nvPicPr>
        <p:blipFill>
          <a:blip r:embed="rId7"/>
          <a:stretch>
            <a:fillRect/>
          </a:stretch>
        </p:blipFill>
        <p:spPr>
          <a:xfrm>
            <a:off x="11414076" y="21149384"/>
            <a:ext cx="6201419" cy="7585124"/>
          </a:xfrm>
          <a:prstGeom prst="rect">
            <a:avLst/>
          </a:prstGeom>
        </p:spPr>
      </p:pic>
      <p:pic>
        <p:nvPicPr>
          <p:cNvPr id="57" name="图片 56">
            <a:extLst>
              <a:ext uri="{FF2B5EF4-FFF2-40B4-BE49-F238E27FC236}">
                <a16:creationId xmlns:a16="http://schemas.microsoft.com/office/drawing/2014/main" id="{4A5875A0-C6BA-8763-EDF2-9272C4D47B54}"/>
              </a:ext>
            </a:extLst>
          </p:cNvPr>
          <p:cNvPicPr>
            <a:picLocks noChangeAspect="1"/>
          </p:cNvPicPr>
          <p:nvPr/>
        </p:nvPicPr>
        <p:blipFill>
          <a:blip r:embed="rId8"/>
          <a:stretch>
            <a:fillRect/>
          </a:stretch>
        </p:blipFill>
        <p:spPr>
          <a:xfrm>
            <a:off x="1008312" y="32439891"/>
            <a:ext cx="11967503" cy="8513590"/>
          </a:xfrm>
          <a:prstGeom prst="rect">
            <a:avLst/>
          </a:prstGeom>
        </p:spPr>
      </p:pic>
      <p:pic>
        <p:nvPicPr>
          <p:cNvPr id="59" name="图片 58">
            <a:extLst>
              <a:ext uri="{FF2B5EF4-FFF2-40B4-BE49-F238E27FC236}">
                <a16:creationId xmlns:a16="http://schemas.microsoft.com/office/drawing/2014/main" id="{C1DF93D6-42EE-5839-C012-1F89D26C946C}"/>
              </a:ext>
            </a:extLst>
          </p:cNvPr>
          <p:cNvPicPr>
            <a:picLocks noChangeAspect="1"/>
          </p:cNvPicPr>
          <p:nvPr/>
        </p:nvPicPr>
        <p:blipFill>
          <a:blip r:embed="rId9"/>
          <a:stretch>
            <a:fillRect/>
          </a:stretch>
        </p:blipFill>
        <p:spPr>
          <a:xfrm>
            <a:off x="12745616" y="30207643"/>
            <a:ext cx="13897544" cy="6270680"/>
          </a:xfrm>
          <a:prstGeom prst="rect">
            <a:avLst/>
          </a:prstGeom>
        </p:spPr>
      </p:pic>
      <p:sp>
        <p:nvSpPr>
          <p:cNvPr id="2" name="文本框 1">
            <a:extLst>
              <a:ext uri="{FF2B5EF4-FFF2-40B4-BE49-F238E27FC236}">
                <a16:creationId xmlns:a16="http://schemas.microsoft.com/office/drawing/2014/main" id="{04E95861-65C1-C9A7-7150-61B039322647}"/>
              </a:ext>
            </a:extLst>
          </p:cNvPr>
          <p:cNvSpPr txBox="1"/>
          <p:nvPr/>
        </p:nvSpPr>
        <p:spPr>
          <a:xfrm>
            <a:off x="15337904" y="13933835"/>
            <a:ext cx="12169352" cy="7602081"/>
          </a:xfrm>
          <a:prstGeom prst="rect">
            <a:avLst/>
          </a:prstGeom>
          <a:noFill/>
        </p:spPr>
        <p:txBody>
          <a:bodyPr wrap="square" numCol="2" rtlCol="0">
            <a:spAutoFit/>
          </a:bodyPr>
          <a:lstStyle/>
          <a:p>
            <a:pPr marL="457200" indent="-457200">
              <a:buFont typeface="Wingdings" panose="05000000000000000000" pitchFamily="2" charset="2"/>
              <a:buChar char="Ø"/>
            </a:pPr>
            <a:r>
              <a:rPr lang="en-US" altLang="zh-CN" sz="3200" b="1" i="0" u="none" strike="noStrike" baseline="0" dirty="0">
                <a:latin typeface="Hiragino Maru Gothic Pro" panose="02010600030101010101" charset="-122"/>
                <a:ea typeface="Hiragino Maru Gothic Pro" panose="02010600030101010101" charset="-122"/>
              </a:rPr>
              <a:t>Method</a:t>
            </a:r>
          </a:p>
          <a:p>
            <a:pPr marL="457200" indent="-457200">
              <a:buFont typeface="Arial" panose="020B0604020202020204" pitchFamily="34" charset="0"/>
              <a:buChar char="•"/>
            </a:pPr>
            <a:r>
              <a:rPr lang="en-US" altLang="zh-CN" sz="3200" i="0" u="none" strike="noStrike" baseline="0" dirty="0">
                <a:latin typeface="Hiragino Maru Gothic Pro" panose="02010600030101010101" charset="-122"/>
                <a:ea typeface="Hiragino Maru Gothic Pro" panose="02010600030101010101" charset="-122"/>
              </a:rPr>
              <a:t>swinTXUNet</a:t>
            </a:r>
          </a:p>
          <a:p>
            <a:pPr marL="457200" indent="-457200">
              <a:buFont typeface="Arial" panose="020B0604020202020204" pitchFamily="34" charset="0"/>
              <a:buChar char="•"/>
            </a:pPr>
            <a:endParaRPr lang="en-US" altLang="zh-CN" sz="3200" i="0" u="none" strike="noStrike" baseline="0" dirty="0">
              <a:latin typeface="Hiragino Maru Gothic Pro" panose="02010600030101010101" charset="-122"/>
              <a:ea typeface="Hiragino Maru Gothic Pro" panose="02010600030101010101" charset="-122"/>
            </a:endParaRPr>
          </a:p>
          <a:p>
            <a:pPr marL="457200" indent="-457200">
              <a:buFont typeface="Wingdings" panose="05000000000000000000" pitchFamily="2" charset="2"/>
              <a:buChar char="Ø"/>
            </a:pPr>
            <a:r>
              <a:rPr lang="en-US" altLang="zh-CN" sz="3200" b="1" dirty="0">
                <a:latin typeface="Hiragino Maru Gothic Pro" panose="02010600030101010101" charset="-122"/>
                <a:ea typeface="Hiragino Maru Gothic Pro" panose="02010600030101010101" charset="-122"/>
              </a:rPr>
              <a:t>Result</a:t>
            </a:r>
          </a:p>
          <a:p>
            <a:pPr marL="457200" indent="-457200">
              <a:buFont typeface="Arial" panose="020B0604020202020204" pitchFamily="34" charset="0"/>
              <a:buChar char="•"/>
            </a:pPr>
            <a:r>
              <a:rPr lang="en-US" altLang="zh-CN" sz="3200" dirty="0">
                <a:latin typeface="Hiragino Maru Gothic Pro" panose="02010600030101010101" charset="-122"/>
                <a:ea typeface="Hiragino Maru Gothic Pro" panose="02010600030101010101" charset="-122"/>
              </a:rPr>
              <a:t>About 9% improvement over the previous methods.</a:t>
            </a:r>
          </a:p>
          <a:p>
            <a:pPr marL="457200" indent="-457200">
              <a:buFont typeface="Arial" panose="020B0604020202020204" pitchFamily="34" charset="0"/>
              <a:buChar char="•"/>
            </a:pPr>
            <a:endParaRPr lang="en-US" altLang="zh-CN" sz="3200" dirty="0">
              <a:latin typeface="Hiragino Maru Gothic Pro" panose="02010600030101010101" charset="-122"/>
              <a:ea typeface="Hiragino Maru Gothic Pro" panose="02010600030101010101" charset="-122"/>
            </a:endParaRPr>
          </a:p>
          <a:p>
            <a:pPr marL="457200" indent="-457200">
              <a:buFont typeface="Wingdings" panose="05000000000000000000" pitchFamily="2" charset="2"/>
              <a:buChar char="Ø"/>
            </a:pPr>
            <a:r>
              <a:rPr lang="en-US" altLang="zh-CN" sz="3200" b="1" i="0" u="none" strike="noStrike" baseline="0" dirty="0">
                <a:latin typeface="Hiragino Maru Gothic Pro" panose="02010600030101010101" charset="-122"/>
                <a:ea typeface="Hiragino Maru Gothic Pro" panose="02010600030101010101" charset="-122"/>
              </a:rPr>
              <a:t>Problem</a:t>
            </a:r>
            <a:endParaRPr lang="en-US" altLang="zh-CN" sz="3200" b="1" dirty="0">
              <a:latin typeface="Hiragino Maru Gothic Pro" panose="02010600030101010101" charset="-122"/>
              <a:ea typeface="Hiragino Maru Gothic Pro" panose="02010600030101010101" charset="-122"/>
            </a:endParaRPr>
          </a:p>
          <a:p>
            <a:pPr marL="457200" indent="-457200">
              <a:buFont typeface="Arial" panose="020B0604020202020204" pitchFamily="34" charset="0"/>
              <a:buChar char="•"/>
            </a:pPr>
            <a:r>
              <a:rPr lang="en-US" altLang="zh-CN" sz="3200" b="0" i="0" u="none" strike="noStrike" baseline="0" dirty="0">
                <a:latin typeface="Hiragino Maru Gothic Pro" panose="02010600030101010101" charset="-122"/>
                <a:ea typeface="Hiragino Maru Gothic Pro" panose="02010600030101010101" charset="-122"/>
              </a:rPr>
              <a:t>The computational complexity of the model increase, and the computation time become longer.</a:t>
            </a:r>
          </a:p>
          <a:p>
            <a:endParaRPr lang="en-US" altLang="zh-CN" sz="3200" dirty="0">
              <a:latin typeface="Hiragino Maru Gothic Pro" panose="02010600030101010101" charset="-122"/>
              <a:ea typeface="Hiragino Maru Gothic Pro" panose="02010600030101010101" charset="-122"/>
            </a:endParaRPr>
          </a:p>
          <a:p>
            <a:endParaRPr lang="en-US" altLang="zh-CN" sz="3200" i="0" u="none" strike="noStrike" baseline="0" dirty="0">
              <a:latin typeface="Hiragino Maru Gothic Pro" panose="02010600030101010101" charset="-122"/>
              <a:ea typeface="Hiragino Maru Gothic Pro" panose="02010600030101010101" charset="-122"/>
            </a:endParaRPr>
          </a:p>
          <a:p>
            <a:pPr marL="457200" indent="-457200">
              <a:buFont typeface="Wingdings" panose="05000000000000000000" pitchFamily="2" charset="2"/>
              <a:buChar char="Ø"/>
            </a:pPr>
            <a:r>
              <a:rPr lang="en-US" altLang="zh-CN" sz="3200" b="1" i="0" u="none" strike="noStrike" baseline="0" dirty="0">
                <a:latin typeface="Hiragino Maru Gothic Pro" panose="02010600030101010101" charset="-122"/>
                <a:ea typeface="Hiragino Maru Gothic Pro" panose="02010600030101010101" charset="-122"/>
              </a:rPr>
              <a:t>Structure</a:t>
            </a:r>
          </a:p>
          <a:p>
            <a:pPr marL="457200" indent="-457200">
              <a:buFont typeface="Arial" panose="020B0604020202020204" pitchFamily="34" charset="0"/>
              <a:buChar char="•"/>
            </a:pPr>
            <a:r>
              <a:rPr lang="en-US" altLang="zh-CN" sz="3200" b="0" i="0" u="none" strike="noStrike" baseline="0" dirty="0">
                <a:latin typeface="Hiragino Maru Gothic Pro" panose="02010600030101010101" charset="-122"/>
                <a:ea typeface="Hiragino Maru Gothic Pro" panose="02010600030101010101" charset="-122"/>
              </a:rPr>
              <a:t>We proposed the </a:t>
            </a:r>
            <a:r>
              <a:rPr lang="en-US" altLang="zh-CN" sz="3200" b="0" i="0" u="none" strike="noStrike" baseline="0" dirty="0">
                <a:solidFill>
                  <a:srgbClr val="FF00FF"/>
                </a:solidFill>
                <a:latin typeface="Hiragino Maru Gothic Pro" panose="02010600030101010101" charset="-122"/>
                <a:ea typeface="Hiragino Maru Gothic Pro" panose="02010600030101010101" charset="-122"/>
              </a:rPr>
              <a:t>swinTXUNet</a:t>
            </a:r>
            <a:r>
              <a:rPr lang="en-US" altLang="zh-CN" sz="3200" b="0" i="0" u="none" strike="noStrike" baseline="0" dirty="0">
                <a:latin typeface="Hiragino Maru Gothic Pro" panose="02010600030101010101" charset="-122"/>
                <a:ea typeface="Hiragino Maru Gothic Pro" panose="02010600030101010101" charset="-122"/>
              </a:rPr>
              <a:t> network as figure. </a:t>
            </a:r>
          </a:p>
          <a:p>
            <a:pPr marL="457200" indent="-457200">
              <a:buFont typeface="Arial" panose="020B0604020202020204" pitchFamily="34" charset="0"/>
              <a:buChar char="•"/>
            </a:pPr>
            <a:r>
              <a:rPr lang="en-US" altLang="zh-CN" sz="3200" b="0" i="0" u="none" strike="noStrike" baseline="0" dirty="0">
                <a:latin typeface="Hiragino Maru Gothic Pro" panose="02010600030101010101" charset="-122"/>
                <a:ea typeface="Hiragino Maru Gothic Pro" panose="02010600030101010101" charset="-122"/>
              </a:rPr>
              <a:t>The encoder of network is designed based on the </a:t>
            </a:r>
            <a:r>
              <a:rPr lang="en-US" altLang="zh-CN" sz="3200" b="0" i="0" u="none" strike="noStrike" baseline="0" dirty="0">
                <a:solidFill>
                  <a:srgbClr val="FF00FF"/>
                </a:solidFill>
                <a:latin typeface="Hiragino Maru Gothic Pro" panose="02010600030101010101" charset="-122"/>
                <a:ea typeface="Hiragino Maru Gothic Pro" panose="02010600030101010101" charset="-122"/>
              </a:rPr>
              <a:t>TXUmodule</a:t>
            </a:r>
            <a:r>
              <a:rPr lang="en-US" altLang="zh-CN" sz="3200" b="0" i="0" u="none" strike="noStrike" baseline="0" dirty="0">
                <a:latin typeface="Hiragino Maru Gothic Pro" panose="02010600030101010101" charset="-122"/>
                <a:ea typeface="Hiragino Maru Gothic Pro" panose="02010600030101010101" charset="-122"/>
              </a:rPr>
              <a:t>. </a:t>
            </a:r>
          </a:p>
          <a:p>
            <a:pPr marL="457200" indent="-457200">
              <a:buFont typeface="Arial" panose="020B0604020202020204" pitchFamily="34" charset="0"/>
              <a:buChar char="•"/>
            </a:pPr>
            <a:r>
              <a:rPr lang="en-US" altLang="zh-CN" sz="3200" b="0" i="0" u="none" strike="noStrike" baseline="0" dirty="0">
                <a:latin typeface="Hiragino Maru Gothic Pro" panose="02010600030101010101" charset="-122"/>
                <a:ea typeface="Hiragino Maru Gothic Pro" panose="02010600030101010101" charset="-122"/>
              </a:rPr>
              <a:t>Inputs are sent to the CNN and Transformer branches for processing after receiving inputs respectively and are spliced after obtaining the results to be used as inputs for the next stage.</a:t>
            </a:r>
          </a:p>
        </p:txBody>
      </p:sp>
      <p:sp>
        <p:nvSpPr>
          <p:cNvPr id="3" name="文本框 2">
            <a:extLst>
              <a:ext uri="{FF2B5EF4-FFF2-40B4-BE49-F238E27FC236}">
                <a16:creationId xmlns:a16="http://schemas.microsoft.com/office/drawing/2014/main" id="{BD39DBE1-1C1B-4107-4962-BAC915863809}"/>
              </a:ext>
            </a:extLst>
          </p:cNvPr>
          <p:cNvSpPr txBox="1"/>
          <p:nvPr/>
        </p:nvSpPr>
        <p:spPr>
          <a:xfrm>
            <a:off x="1008312" y="21062627"/>
            <a:ext cx="10369152" cy="9448740"/>
          </a:xfrm>
          <a:prstGeom prst="rect">
            <a:avLst/>
          </a:prstGeom>
          <a:noFill/>
        </p:spPr>
        <p:txBody>
          <a:bodyPr wrap="square" numCol="2" rtlCol="0">
            <a:spAutoFit/>
          </a:bodyPr>
          <a:lstStyle/>
          <a:p>
            <a:pPr marL="457200" indent="-457200">
              <a:buFont typeface="Wingdings" panose="05000000000000000000" pitchFamily="2" charset="2"/>
              <a:buChar char="Ø"/>
            </a:pPr>
            <a:r>
              <a:rPr lang="en-US" altLang="zh-CN" sz="3200" b="1" dirty="0">
                <a:latin typeface="Hiragino Maru Gothic Pro" panose="02010600030101010101" charset="-122"/>
                <a:ea typeface="Hiragino Maru Gothic Pro" panose="02010600030101010101" charset="-122"/>
              </a:rPr>
              <a:t>Method</a:t>
            </a:r>
          </a:p>
          <a:p>
            <a:pPr marL="457200" indent="-457200">
              <a:buFont typeface="Arial" panose="020B0604020202020204" pitchFamily="34" charset="0"/>
              <a:buChar char="•"/>
            </a:pPr>
            <a:r>
              <a:rPr lang="en-US" altLang="zh-CN" sz="3200" dirty="0">
                <a:latin typeface="Hiragino Maru Gothic Pro" panose="02010600030101010101" charset="-122"/>
                <a:ea typeface="Hiragino Maru Gothic Pro" panose="02010600030101010101" charset="-122"/>
              </a:rPr>
              <a:t>swinTAUNet</a:t>
            </a:r>
          </a:p>
          <a:p>
            <a:pPr marL="457200" indent="-457200">
              <a:buFont typeface="Wingdings" panose="05000000000000000000" pitchFamily="2" charset="2"/>
              <a:buChar char="Ø"/>
            </a:pPr>
            <a:endParaRPr lang="en-US" altLang="zh-CN" sz="3200" dirty="0">
              <a:latin typeface="Hiragino Maru Gothic Pro" panose="02010600030101010101" charset="-122"/>
              <a:ea typeface="Hiragino Maru Gothic Pro" panose="02010600030101010101" charset="-122"/>
            </a:endParaRPr>
          </a:p>
          <a:p>
            <a:pPr marL="457200" indent="-457200">
              <a:buFont typeface="Wingdings" panose="05000000000000000000" pitchFamily="2" charset="2"/>
              <a:buChar char="Ø"/>
            </a:pPr>
            <a:r>
              <a:rPr lang="en-US" altLang="zh-CN" sz="3200" b="1" dirty="0">
                <a:latin typeface="Hiragino Maru Gothic Pro" panose="02010600030101010101" charset="-122"/>
                <a:ea typeface="Hiragino Maru Gothic Pro" panose="02010600030101010101" charset="-122"/>
              </a:rPr>
              <a:t>Improve</a:t>
            </a:r>
          </a:p>
          <a:p>
            <a:pPr marL="457200" indent="-457200">
              <a:buFont typeface="Arial" panose="020B0604020202020204" pitchFamily="34" charset="0"/>
              <a:buChar char="•"/>
            </a:pPr>
            <a:r>
              <a:rPr lang="en-US" altLang="zh-CN" sz="3200" dirty="0">
                <a:latin typeface="Hiragino Maru Gothic Pro" panose="02010600030101010101" charset="-122"/>
                <a:ea typeface="Hiragino Maru Gothic Pro" panose="02010600030101010101" charset="-122"/>
              </a:rPr>
              <a:t>We improved the feature extraction method of Encoder and proposed the swinTAUNet. </a:t>
            </a:r>
          </a:p>
          <a:p>
            <a:pPr marL="457200" indent="-457200">
              <a:buFont typeface="Arial" panose="020B0604020202020204" pitchFamily="34" charset="0"/>
              <a:buChar char="•"/>
            </a:pPr>
            <a:endParaRPr lang="en-US" altLang="zh-CN" sz="3200" dirty="0">
              <a:latin typeface="Hiragino Maru Gothic Pro" panose="02010600030101010101" charset="-122"/>
              <a:ea typeface="Hiragino Maru Gothic Pro" panose="02010600030101010101" charset="-122"/>
            </a:endParaRPr>
          </a:p>
          <a:p>
            <a:pPr marL="457200" indent="-457200">
              <a:buFont typeface="Wingdings" panose="05000000000000000000" pitchFamily="2" charset="2"/>
              <a:buChar char="Ø"/>
            </a:pPr>
            <a:r>
              <a:rPr lang="en-US" altLang="zh-CN" sz="3200" b="1" dirty="0">
                <a:latin typeface="Hiragino Maru Gothic Pro" panose="02010600030101010101" charset="-122"/>
                <a:ea typeface="Hiragino Maru Gothic Pro" panose="02010600030101010101" charset="-122"/>
              </a:rPr>
              <a:t>Result</a:t>
            </a:r>
          </a:p>
          <a:p>
            <a:pPr marL="457200" indent="-457200">
              <a:buFont typeface="Arial" panose="020B0604020202020204" pitchFamily="34" charset="0"/>
              <a:buChar char="•"/>
            </a:pPr>
            <a:r>
              <a:rPr lang="en-US" altLang="zh-CN" sz="3200" dirty="0">
                <a:latin typeface="Hiragino Maru Gothic Pro" panose="02010600030101010101" charset="-122"/>
                <a:ea typeface="Hiragino Maru Gothic Pro" panose="02010600030101010101" charset="-122"/>
              </a:rPr>
              <a:t>About 3% over the </a:t>
            </a:r>
            <a:r>
              <a:rPr lang="en-US" altLang="zh-CN" sz="3200" i="0" u="none" strike="noStrike" baseline="0" dirty="0">
                <a:latin typeface="Hiragino Maru Gothic Pro" panose="02010600030101010101" charset="-122"/>
                <a:ea typeface="Hiragino Maru Gothic Pro" panose="02010600030101010101" charset="-122"/>
              </a:rPr>
              <a:t>swinTXUNet ,</a:t>
            </a:r>
            <a:r>
              <a:rPr lang="en-US" altLang="zh-CN" sz="3200" dirty="0">
                <a:latin typeface="Hiragino Maru Gothic Pro" panose="02010600030101010101" charset="-122"/>
                <a:ea typeface="Hiragino Maru Gothic Pro" panose="02010600030101010101" charset="-122"/>
              </a:rPr>
              <a:t>12% improvement over the previous methods.</a:t>
            </a:r>
          </a:p>
          <a:p>
            <a:pPr marL="457200" indent="-457200">
              <a:buFont typeface="Arial" panose="020B0604020202020204" pitchFamily="34" charset="0"/>
              <a:buChar char="•"/>
            </a:pPr>
            <a:endParaRPr lang="en-US" altLang="zh-CN" sz="3200" dirty="0">
              <a:latin typeface="Hiragino Maru Gothic Pro" panose="02010600030101010101" charset="-122"/>
              <a:ea typeface="Hiragino Maru Gothic Pro" panose="02010600030101010101" charset="-122"/>
            </a:endParaRPr>
          </a:p>
          <a:p>
            <a:pPr marL="457200" indent="-457200">
              <a:buFont typeface="Arial" panose="020B0604020202020204" pitchFamily="34" charset="0"/>
              <a:buChar char="•"/>
            </a:pPr>
            <a:endParaRPr lang="en-US" altLang="zh-CN" sz="3200" dirty="0">
              <a:latin typeface="Hiragino Maru Gothic Pro" panose="02010600030101010101" charset="-122"/>
              <a:ea typeface="Hiragino Maru Gothic Pro" panose="02010600030101010101" charset="-122"/>
            </a:endParaRPr>
          </a:p>
          <a:p>
            <a:pPr marL="457200" indent="-457200">
              <a:buFont typeface="Arial" panose="020B0604020202020204" pitchFamily="34" charset="0"/>
              <a:buChar char="•"/>
            </a:pPr>
            <a:endParaRPr lang="en-US" altLang="zh-CN" sz="3200" dirty="0">
              <a:latin typeface="Hiragino Maru Gothic Pro" panose="02010600030101010101" charset="-122"/>
              <a:ea typeface="Hiragino Maru Gothic Pro" panose="02010600030101010101" charset="-122"/>
            </a:endParaRPr>
          </a:p>
          <a:p>
            <a:pPr marL="457200" indent="-457200">
              <a:buFont typeface="Arial" panose="020B0604020202020204" pitchFamily="34" charset="0"/>
              <a:buChar char="•"/>
            </a:pPr>
            <a:endParaRPr lang="en-US" altLang="zh-CN" sz="3200" dirty="0">
              <a:latin typeface="Hiragino Maru Gothic Pro" panose="02010600030101010101" charset="-122"/>
              <a:ea typeface="Hiragino Maru Gothic Pro" panose="02010600030101010101" charset="-122"/>
            </a:endParaRPr>
          </a:p>
          <a:p>
            <a:pPr marL="457200" indent="-457200">
              <a:buFont typeface="Wingdings" panose="05000000000000000000" pitchFamily="2" charset="2"/>
              <a:buChar char="Ø"/>
            </a:pPr>
            <a:r>
              <a:rPr lang="en-US" altLang="zh-CN" sz="3200" b="1" dirty="0">
                <a:latin typeface="Hiragino Maru Gothic Pro" panose="02010600030101010101" charset="-122"/>
                <a:ea typeface="Hiragino Maru Gothic Pro" panose="02010600030101010101" charset="-122"/>
              </a:rPr>
              <a:t>Structure</a:t>
            </a:r>
          </a:p>
          <a:p>
            <a:pPr marL="457200" indent="-457200">
              <a:buFont typeface="Arial" panose="020B0604020202020204" pitchFamily="34" charset="0"/>
              <a:buChar char="•"/>
            </a:pPr>
            <a:r>
              <a:rPr lang="en-US" altLang="zh-CN" sz="3200" dirty="0">
                <a:latin typeface="Hiragino Maru Gothic Pro" panose="02010600030101010101" charset="-122"/>
                <a:ea typeface="Hiragino Maru Gothic Pro" panose="02010600030101010101" charset="-122"/>
              </a:rPr>
              <a:t>The Encoder of </a:t>
            </a:r>
            <a:r>
              <a:rPr lang="en-US" altLang="zh-CN" sz="3200" dirty="0">
                <a:solidFill>
                  <a:srgbClr val="FF00FF"/>
                </a:solidFill>
                <a:latin typeface="Hiragino Maru Gothic Pro" panose="02010600030101010101" charset="-122"/>
                <a:ea typeface="Hiragino Maru Gothic Pro" panose="02010600030101010101" charset="-122"/>
              </a:rPr>
              <a:t>swinTAUNet</a:t>
            </a:r>
            <a:r>
              <a:rPr lang="en-US" altLang="zh-CN" sz="3200" dirty="0">
                <a:latin typeface="Hiragino Maru Gothic Pro" panose="02010600030101010101" charset="-122"/>
                <a:ea typeface="Hiragino Maru Gothic Pro" panose="02010600030101010101" charset="-122"/>
              </a:rPr>
              <a:t> is designed based on the </a:t>
            </a:r>
            <a:r>
              <a:rPr lang="en-US" altLang="zh-CN" sz="3200" dirty="0">
                <a:solidFill>
                  <a:srgbClr val="FF00FF"/>
                </a:solidFill>
                <a:latin typeface="Hiragino Maru Gothic Pro" panose="02010600030101010101" charset="-122"/>
                <a:ea typeface="Hiragino Maru Gothic Pro" panose="02010600030101010101" charset="-122"/>
              </a:rPr>
              <a:t>TAUmodule</a:t>
            </a:r>
            <a:r>
              <a:rPr lang="en-US" altLang="zh-CN" sz="3200" dirty="0">
                <a:latin typeface="Hiragino Maru Gothic Pro" panose="02010600030101010101" charset="-122"/>
                <a:ea typeface="Hiragino Maru Gothic Pro" panose="02010600030101010101" charset="-122"/>
              </a:rPr>
              <a:t>. </a:t>
            </a:r>
          </a:p>
          <a:p>
            <a:pPr marL="457200" indent="-457200">
              <a:buFont typeface="Arial" panose="020B0604020202020204" pitchFamily="34" charset="0"/>
              <a:buChar char="•"/>
            </a:pPr>
            <a:r>
              <a:rPr lang="en-US" altLang="zh-CN" sz="3200" dirty="0">
                <a:latin typeface="Hiragino Maru Gothic Pro" panose="02010600030101010101" charset="-122"/>
                <a:ea typeface="Hiragino Maru Gothic Pro" panose="02010600030101010101" charset="-122"/>
              </a:rPr>
              <a:t>Unlike the TXUmodule, the TAUmodule only performs feature fusion at the time of skip-connection, and the feature extraction part is performed using two independent branches of CNN and Transformer. </a:t>
            </a:r>
          </a:p>
          <a:p>
            <a:r>
              <a:rPr lang="en-US" altLang="zh-CN" sz="3200" dirty="0">
                <a:latin typeface="Hiragino Maru Gothic Pro" panose="02010600030101010101" charset="-122"/>
                <a:ea typeface="Hiragino Maru Gothic Pro" panose="02010600030101010101" charset="-122"/>
              </a:rPr>
              <a:t> </a:t>
            </a:r>
          </a:p>
          <a:p>
            <a:pPr marL="457200" indent="-457200">
              <a:buFont typeface="Arial" panose="020B0604020202020204" pitchFamily="34" charset="0"/>
              <a:buChar char="•"/>
            </a:pPr>
            <a:endParaRPr lang="zh-CN" altLang="en-US" sz="3200" b="1" dirty="0">
              <a:latin typeface="Hiragino Maru Gothic Pro" panose="02010600030101010101" charset="-122"/>
              <a:ea typeface="Hiragino Maru Gothic Pro" panose="02010600030101010101" charset="-122"/>
            </a:endParaRPr>
          </a:p>
        </p:txBody>
      </p:sp>
      <p:sp>
        <p:nvSpPr>
          <p:cNvPr id="6" name="文本框 5">
            <a:extLst>
              <a:ext uri="{FF2B5EF4-FFF2-40B4-BE49-F238E27FC236}">
                <a16:creationId xmlns:a16="http://schemas.microsoft.com/office/drawing/2014/main" id="{C65EC565-21CD-CF65-0EBD-A3AEAEA3F5F2}"/>
              </a:ext>
            </a:extLst>
          </p:cNvPr>
          <p:cNvSpPr txBox="1"/>
          <p:nvPr/>
        </p:nvSpPr>
        <p:spPr>
          <a:xfrm>
            <a:off x="13105656" y="36256315"/>
            <a:ext cx="14172975" cy="4708981"/>
          </a:xfrm>
          <a:prstGeom prst="rect">
            <a:avLst/>
          </a:prstGeom>
          <a:noFill/>
        </p:spPr>
        <p:txBody>
          <a:bodyPr wrap="square" rtlCol="0">
            <a:spAutoFit/>
          </a:bodyPr>
          <a:lstStyle/>
          <a:p>
            <a:pPr marL="457200" indent="-457200">
              <a:buFont typeface="Wingdings" panose="05000000000000000000" pitchFamily="2" charset="2"/>
              <a:buChar char="l"/>
            </a:pPr>
            <a:r>
              <a:rPr lang="en-US" altLang="zh-CN" sz="3000" dirty="0">
                <a:latin typeface="Hiragino Maru Gothic Pro" panose="02010600030101010101" charset="-122"/>
                <a:ea typeface="Hiragino Maru Gothic Pro" panose="02010600030101010101" charset="-122"/>
              </a:rPr>
              <a:t>From the training result, both of our proposed models show a large improvement over the previous models, with the accuracy of swinTXUNet is improved by about 9% , swinTAUNet is improved by almost 12%. </a:t>
            </a:r>
          </a:p>
          <a:p>
            <a:pPr marL="457200" indent="-457200">
              <a:buFont typeface="Wingdings" panose="05000000000000000000" pitchFamily="2" charset="2"/>
              <a:buChar char="l"/>
            </a:pPr>
            <a:r>
              <a:rPr lang="en-US" altLang="zh-CN" sz="3000" dirty="0">
                <a:latin typeface="Hiragino Maru Gothic Pro" panose="02010600030101010101" charset="-122"/>
                <a:ea typeface="Hiragino Maru Gothic Pro" panose="02010600030101010101" charset="-122"/>
              </a:rPr>
              <a:t>However, due to not relying on pre-training, our proposal maneuver converges slower than the previous models. </a:t>
            </a:r>
          </a:p>
          <a:p>
            <a:pPr marL="457200" indent="-457200">
              <a:buFont typeface="Wingdings" panose="05000000000000000000" pitchFamily="2" charset="2"/>
              <a:buChar char="l"/>
            </a:pPr>
            <a:r>
              <a:rPr lang="en-US" altLang="zh-CN" sz="3000" dirty="0">
                <a:latin typeface="Hiragino Maru Gothic Pro" panose="02010600030101010101" charset="-122"/>
                <a:ea typeface="Hiragino Maru Gothic Pro" panose="02010600030101010101" charset="-122"/>
              </a:rPr>
              <a:t>From the results of the final 100 epochs of training, the model converges smoothly with small fluctuations, no obvious decrease in the model accuracy in the late stage of training, which shows that no obvious sign of overfitting, and proving the potential of the hybrid structure of the CNN and the Transformer. </a:t>
            </a:r>
            <a:endParaRPr lang="zh-CN" altLang="en-US" sz="3000" dirty="0">
              <a:latin typeface="Hiragino Maru Gothic Pro" panose="02010600030101010101" charset="-122"/>
              <a:ea typeface="Hiragino Maru Gothic Pro" panose="02010600030101010101" charset="-122"/>
            </a:endParaRPr>
          </a:p>
        </p:txBody>
      </p:sp>
      <p:sp>
        <p:nvSpPr>
          <p:cNvPr id="16" name="文本框 15">
            <a:extLst>
              <a:ext uri="{FF2B5EF4-FFF2-40B4-BE49-F238E27FC236}">
                <a16:creationId xmlns:a16="http://schemas.microsoft.com/office/drawing/2014/main" id="{9C078E4B-0FEB-4A2D-8F8A-60FAA7678C47}"/>
              </a:ext>
            </a:extLst>
          </p:cNvPr>
          <p:cNvSpPr txBox="1"/>
          <p:nvPr/>
        </p:nvSpPr>
        <p:spPr>
          <a:xfrm>
            <a:off x="1440360" y="29415555"/>
            <a:ext cx="11967503" cy="2400657"/>
          </a:xfrm>
          <a:prstGeom prst="rect">
            <a:avLst/>
          </a:prstGeom>
          <a:noFill/>
        </p:spPr>
        <p:txBody>
          <a:bodyPr wrap="square" numCol="2" rtlCol="0">
            <a:spAutoFit/>
          </a:bodyPr>
          <a:lstStyle/>
          <a:p>
            <a:pPr>
              <a:lnSpc>
                <a:spcPts val="3000"/>
              </a:lnSpc>
            </a:pPr>
            <a:r>
              <a:rPr lang="en-US" altLang="zh-CN" sz="3000" dirty="0">
                <a:latin typeface="Hiragino Maru Gothic Pro" panose="02010600030101010101" charset="-122"/>
                <a:ea typeface="Hiragino Maru Gothic Pro" panose="02010600030101010101" charset="-122"/>
              </a:rPr>
              <a:t>Dataset</a:t>
            </a:r>
            <a:r>
              <a:rPr lang="en-US" altLang="ja-JP" sz="3000" dirty="0">
                <a:latin typeface="Hiragino Maru Gothic Pro" panose="02010600030101010101" charset="-122"/>
                <a:ea typeface="Hiragino Maru Gothic Pro" panose="02010600030101010101" charset="-122"/>
              </a:rPr>
              <a:t>: ISLES2018</a:t>
            </a:r>
          </a:p>
          <a:p>
            <a:pPr>
              <a:lnSpc>
                <a:spcPts val="3000"/>
              </a:lnSpc>
            </a:pPr>
            <a:endParaRPr lang="en-US" altLang="ja-JP" sz="3000" dirty="0">
              <a:latin typeface="Hiragino Maru Gothic Pro" panose="02010600030101010101" charset="-122"/>
              <a:ea typeface="Hiragino Maru Gothic Pro" panose="02010600030101010101" charset="-122"/>
            </a:endParaRPr>
          </a:p>
          <a:p>
            <a:pPr>
              <a:lnSpc>
                <a:spcPts val="3000"/>
              </a:lnSpc>
            </a:pPr>
            <a:r>
              <a:rPr lang="en-US" altLang="ja-JP" sz="3000" dirty="0">
                <a:latin typeface="Hiragino Maru Gothic Pro" panose="02010600030101010101" charset="-122"/>
                <a:ea typeface="Hiragino Maru Gothic Pro" panose="02010600030101010101" charset="-122"/>
              </a:rPr>
              <a:t>Loss function: Soft dice loss</a:t>
            </a:r>
          </a:p>
          <a:p>
            <a:pPr>
              <a:lnSpc>
                <a:spcPts val="3000"/>
              </a:lnSpc>
            </a:pPr>
            <a:r>
              <a:rPr lang="en-US" altLang="ja-JP" sz="3000" dirty="0">
                <a:latin typeface="Hiragino Maru Gothic Pro" panose="02010600030101010101" charset="-122"/>
                <a:ea typeface="Hiragino Maru Gothic Pro" panose="02010600030101010101" charset="-122"/>
              </a:rPr>
              <a:t> </a:t>
            </a:r>
            <a:r>
              <a:rPr lang="ja-JP" altLang="en-US" sz="3000" dirty="0">
                <a:latin typeface="Hiragino Maru Gothic Pro" panose="02010600030101010101" charset="-122"/>
                <a:ea typeface="Hiragino Maru Gothic Pro" panose="02010600030101010101" charset="-122"/>
              </a:rPr>
              <a:t>  </a:t>
            </a:r>
            <a:endParaRPr lang="zh-CN" altLang="en-US" sz="3000" dirty="0">
              <a:latin typeface="Hiragino Maru Gothic Pro" panose="02010600030101010101" charset="-122"/>
              <a:ea typeface="Hiragino Maru Gothic Pro" panose="02010600030101010101" charset="-122"/>
            </a:endParaRPr>
          </a:p>
          <a:p>
            <a:pPr>
              <a:lnSpc>
                <a:spcPts val="3000"/>
              </a:lnSpc>
            </a:pPr>
            <a:r>
              <a:rPr lang="en-US" altLang="zh-CN" sz="3000" dirty="0">
                <a:latin typeface="Hiragino Maru Gothic Pro" panose="02010600030101010101" charset="-122"/>
                <a:ea typeface="Hiragino Maru Gothic Pro" panose="02010600030101010101" charset="-122"/>
              </a:rPr>
              <a:t>Optimizer: AdamW</a:t>
            </a:r>
          </a:p>
          <a:p>
            <a:pPr>
              <a:lnSpc>
                <a:spcPts val="3000"/>
              </a:lnSpc>
            </a:pPr>
            <a:endParaRPr lang="en-US" altLang="zh-CN" sz="3000" dirty="0">
              <a:latin typeface="Hiragino Maru Gothic Pro" panose="02010600030101010101" charset="-122"/>
              <a:ea typeface="Hiragino Maru Gothic Pro" panose="02010600030101010101" charset="-122"/>
            </a:endParaRPr>
          </a:p>
          <a:p>
            <a:pPr>
              <a:lnSpc>
                <a:spcPts val="3000"/>
              </a:lnSpc>
            </a:pPr>
            <a:r>
              <a:rPr lang="en-US" altLang="zh-CN" sz="3000" dirty="0">
                <a:latin typeface="Hiragino Maru Gothic Pro" panose="02010600030101010101" charset="-122"/>
                <a:ea typeface="Hiragino Maru Gothic Pro" panose="02010600030101010101" charset="-122"/>
              </a:rPr>
              <a:t>Software: Pytorch 2.2.5</a:t>
            </a:r>
          </a:p>
          <a:p>
            <a:pPr>
              <a:lnSpc>
                <a:spcPts val="3000"/>
              </a:lnSpc>
            </a:pPr>
            <a:endParaRPr lang="en-US" altLang="zh-CN" sz="3000" dirty="0">
              <a:latin typeface="Hiragino Maru Gothic Pro" panose="02010600030101010101" charset="-122"/>
              <a:ea typeface="Hiragino Maru Gothic Pro" panose="02010600030101010101" charset="-122"/>
            </a:endParaRPr>
          </a:p>
          <a:p>
            <a:pPr>
              <a:lnSpc>
                <a:spcPts val="3000"/>
              </a:lnSpc>
            </a:pPr>
            <a:r>
              <a:rPr lang="en-US" altLang="zh-CN" sz="3000" dirty="0">
                <a:latin typeface="Hiragino Maru Gothic Pro" panose="02010600030101010101" charset="-122"/>
                <a:ea typeface="Hiragino Maru Gothic Pro" panose="02010600030101010101" charset="-122"/>
              </a:rPr>
              <a:t>Learning rate: 5.23e-05</a:t>
            </a:r>
          </a:p>
          <a:p>
            <a:pPr>
              <a:lnSpc>
                <a:spcPts val="3000"/>
              </a:lnSpc>
            </a:pPr>
            <a:endParaRPr lang="en-US" altLang="zh-CN" sz="3000" dirty="0">
              <a:latin typeface="Hiragino Maru Gothic Pro" panose="02010600030101010101" charset="-122"/>
              <a:ea typeface="Hiragino Maru Gothic Pro" panose="02010600030101010101" charset="-122"/>
            </a:endParaRPr>
          </a:p>
          <a:p>
            <a:pPr>
              <a:lnSpc>
                <a:spcPts val="3000"/>
              </a:lnSpc>
            </a:pPr>
            <a:r>
              <a:rPr lang="en-US" altLang="zh-CN" sz="3000" dirty="0">
                <a:latin typeface="Hiragino Maru Gothic Pro" panose="02010600030101010101" charset="-122"/>
                <a:ea typeface="Hiragino Maru Gothic Pro" panose="02010600030101010101" charset="-122"/>
              </a:rPr>
              <a:t>Hardware: RTX3090(24GB) </a:t>
            </a:r>
          </a:p>
        </p:txBody>
      </p:sp>
      <p:sp>
        <p:nvSpPr>
          <p:cNvPr id="7" name="箭头: 左 6">
            <a:extLst>
              <a:ext uri="{FF2B5EF4-FFF2-40B4-BE49-F238E27FC236}">
                <a16:creationId xmlns:a16="http://schemas.microsoft.com/office/drawing/2014/main" id="{2109AC28-BC75-6F91-3D9B-53CC4374A70E}"/>
              </a:ext>
            </a:extLst>
          </p:cNvPr>
          <p:cNvSpPr/>
          <p:nvPr/>
        </p:nvSpPr>
        <p:spPr>
          <a:xfrm>
            <a:off x="6264896" y="15518011"/>
            <a:ext cx="1078525" cy="953571"/>
          </a:xfrm>
          <a:prstGeom prst="left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08F9B3C0-DA46-028F-0C20-38410F527F86}"/>
              </a:ext>
            </a:extLst>
          </p:cNvPr>
          <p:cNvSpPr/>
          <p:nvPr/>
        </p:nvSpPr>
        <p:spPr>
          <a:xfrm>
            <a:off x="7431462" y="15788576"/>
            <a:ext cx="1985057" cy="483096"/>
          </a:xfrm>
          <a:prstGeom prst="rect">
            <a:avLst/>
          </a:prstGeom>
          <a:noFill/>
          <a:ln w="2857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BDB0E7E0-4D42-56D4-4279-435FC16CA794}"/>
              </a:ext>
            </a:extLst>
          </p:cNvPr>
          <p:cNvSpPr/>
          <p:nvPr/>
        </p:nvSpPr>
        <p:spPr>
          <a:xfrm>
            <a:off x="18866296" y="23510899"/>
            <a:ext cx="1800200" cy="648072"/>
          </a:xfrm>
          <a:prstGeom prst="rect">
            <a:avLst/>
          </a:prstGeom>
          <a:noFill/>
          <a:ln w="2857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13" name="箭头: 左 12">
            <a:extLst>
              <a:ext uri="{FF2B5EF4-FFF2-40B4-BE49-F238E27FC236}">
                <a16:creationId xmlns:a16="http://schemas.microsoft.com/office/drawing/2014/main" id="{E462AAEC-C450-4FAC-8612-0547C8CC095B}"/>
              </a:ext>
            </a:extLst>
          </p:cNvPr>
          <p:cNvSpPr/>
          <p:nvPr/>
        </p:nvSpPr>
        <p:spPr>
          <a:xfrm>
            <a:off x="17498144" y="23222867"/>
            <a:ext cx="1240754" cy="1296144"/>
          </a:xfrm>
          <a:prstGeom prst="left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a:p>
        </p:txBody>
      </p:sp>
      <p:cxnSp>
        <p:nvCxnSpPr>
          <p:cNvPr id="20" name="直接连接符 19">
            <a:extLst>
              <a:ext uri="{FF2B5EF4-FFF2-40B4-BE49-F238E27FC236}">
                <a16:creationId xmlns:a16="http://schemas.microsoft.com/office/drawing/2014/main" id="{6ED8435D-01B3-EBA6-F921-138611108A08}"/>
              </a:ext>
            </a:extLst>
          </p:cNvPr>
          <p:cNvCxnSpPr>
            <a:cxnSpLocks/>
          </p:cNvCxnSpPr>
          <p:nvPr/>
        </p:nvCxnSpPr>
        <p:spPr>
          <a:xfrm>
            <a:off x="861735" y="21062950"/>
            <a:ext cx="26717903" cy="0"/>
          </a:xfrm>
          <a:prstGeom prst="line">
            <a:avLst/>
          </a:prstGeom>
          <a:ln w="19050">
            <a:noFill/>
          </a:ln>
        </p:spPr>
        <p:style>
          <a:lnRef idx="2">
            <a:schemeClr val="accent5"/>
          </a:lnRef>
          <a:fillRef idx="0">
            <a:schemeClr val="accent5"/>
          </a:fillRef>
          <a:effectRef idx="1">
            <a:schemeClr val="accent5"/>
          </a:effectRef>
          <a:fontRef idx="minor">
            <a:schemeClr val="tx1"/>
          </a:fontRef>
        </p:style>
      </p:cxnSp>
      <p:sp>
        <p:nvSpPr>
          <p:cNvPr id="8" name="角丸四角形 7"/>
          <p:cNvSpPr/>
          <p:nvPr/>
        </p:nvSpPr>
        <p:spPr>
          <a:xfrm>
            <a:off x="895439" y="12520423"/>
            <a:ext cx="26684199" cy="16319069"/>
          </a:xfrm>
          <a:prstGeom prst="roundRect">
            <a:avLst>
              <a:gd name="adj" fmla="val 4313"/>
            </a:avLst>
          </a:prstGeom>
          <a:noFill/>
          <a:ln w="101600"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lIns="87810" tIns="43905" rIns="87810" bIns="43905" rtlCol="0" anchor="t"/>
          <a:lstStyle/>
          <a:p>
            <a:endParaRPr lang="en-US" altLang="ja-JP" sz="3200" dirty="0">
              <a:solidFill>
                <a:schemeClr val="tx1"/>
              </a:solidFill>
              <a:latin typeface="+mn-ea"/>
            </a:endParaRPr>
          </a:p>
        </p:txBody>
      </p:sp>
      <p:sp>
        <p:nvSpPr>
          <p:cNvPr id="31" name="角丸四角形 78"/>
          <p:cNvSpPr/>
          <p:nvPr/>
        </p:nvSpPr>
        <p:spPr>
          <a:xfrm>
            <a:off x="901645" y="29110093"/>
            <a:ext cx="26628661" cy="11903060"/>
          </a:xfrm>
          <a:prstGeom prst="roundRect">
            <a:avLst>
              <a:gd name="adj" fmla="val 5576"/>
            </a:avLst>
          </a:prstGeom>
          <a:noFill/>
          <a:ln w="101600"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lIns="87810" tIns="43905" rIns="87810" bIns="43905" rtlCol="0" anchor="t"/>
          <a:lstStyle/>
          <a:p>
            <a:endParaRPr lang="en-US" altLang="ja-JP" sz="6600" dirty="0"/>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a:p>
            <a:pPr>
              <a:tabLst>
                <a:tab pos="2750185" algn="l"/>
              </a:tabLst>
            </a:pPr>
            <a:endParaRPr lang="en-US" altLang="ja-JP" sz="4000" dirty="0">
              <a:solidFill>
                <a:schemeClr val="tx1"/>
              </a:solidFill>
            </a:endParaRPr>
          </a:p>
          <a:p>
            <a:pPr marL="548640" indent="-548640">
              <a:buFont typeface="Wingdings" panose="05000000000000000000" pitchFamily="2" charset="2"/>
              <a:buChar char="l"/>
              <a:tabLst>
                <a:tab pos="2750185" algn="l"/>
              </a:tabLst>
            </a:pPr>
            <a:endParaRPr lang="en-US" altLang="ja-JP" sz="4000" dirty="0">
              <a:solidFill>
                <a:schemeClr val="tx1"/>
              </a:solidFill>
            </a:endParaRPr>
          </a:p>
        </p:txBody>
      </p:sp>
      <p:sp>
        <p:nvSpPr>
          <p:cNvPr id="49" name="正方形/長方形 79">
            <a:extLst>
              <a:ext uri="{FF2B5EF4-FFF2-40B4-BE49-F238E27FC236}">
                <a16:creationId xmlns:a16="http://schemas.microsoft.com/office/drawing/2014/main" id="{9308AE51-2DDC-77FF-758A-F08BA250A541}"/>
              </a:ext>
            </a:extLst>
          </p:cNvPr>
          <p:cNvSpPr/>
          <p:nvPr/>
        </p:nvSpPr>
        <p:spPr>
          <a:xfrm>
            <a:off x="16346016" y="29271539"/>
            <a:ext cx="6830458" cy="929378"/>
          </a:xfrm>
          <a:prstGeom prst="roundRect">
            <a:avLst/>
          </a:prstGeom>
          <a:ln/>
        </p:spPr>
        <p:style>
          <a:lnRef idx="1">
            <a:schemeClr val="accent5"/>
          </a:lnRef>
          <a:fillRef idx="2">
            <a:schemeClr val="accent5"/>
          </a:fillRef>
          <a:effectRef idx="1">
            <a:schemeClr val="accent5"/>
          </a:effectRef>
          <a:fontRef idx="minor">
            <a:schemeClr val="dk1"/>
          </a:fontRef>
        </p:style>
        <p:txBody>
          <a:bodyPr lIns="87810" tIns="43905" rIns="87810" bIns="43905" rtlCol="0" anchor="ctr"/>
          <a:lstStyle/>
          <a:p>
            <a:pPr algn="ctr"/>
            <a:r>
              <a:rPr lang="en-US" altLang="ja-JP" sz="5400" b="1" dirty="0">
                <a:latin typeface="Cascadia Mono SemiBold" panose="020B0609020000020004" pitchFamily="49" charset="0"/>
                <a:ea typeface="Cascadia Mono SemiBold" panose="020B0609020000020004" pitchFamily="49" charset="0"/>
                <a:cs typeface="Cascadia Mono SemiBold" panose="020B0609020000020004" pitchFamily="49" charset="0"/>
              </a:rPr>
              <a:t>EXPERIMENTATIONS</a:t>
            </a:r>
            <a:endParaRPr lang="ja-JP" altLang="en-US" sz="5400" b="1" dirty="0">
              <a:latin typeface="Cascadia Mono SemiBold" panose="020B0609020000020004" pitchFamily="49" charset="0"/>
              <a:ea typeface="Hiragino Maru Gothic Pro" panose="02010600030101010101" charset="-122"/>
              <a:cs typeface="Cascadia Mono SemiBold" panose="020B0609020000020004" pitchFamily="49" charset="0"/>
            </a:endParaRPr>
          </a:p>
        </p:txBody>
      </p:sp>
      <p:sp>
        <p:nvSpPr>
          <p:cNvPr id="24" name="文本框 23">
            <a:extLst>
              <a:ext uri="{FF2B5EF4-FFF2-40B4-BE49-F238E27FC236}">
                <a16:creationId xmlns:a16="http://schemas.microsoft.com/office/drawing/2014/main" id="{D315251C-15DC-4330-92BC-69DC5FEF7936}"/>
              </a:ext>
            </a:extLst>
          </p:cNvPr>
          <p:cNvSpPr txBox="1"/>
          <p:nvPr/>
        </p:nvSpPr>
        <p:spPr>
          <a:xfrm>
            <a:off x="1440360" y="31647803"/>
            <a:ext cx="9001000" cy="553998"/>
          </a:xfrm>
          <a:prstGeom prst="rect">
            <a:avLst/>
          </a:prstGeom>
          <a:noFill/>
        </p:spPr>
        <p:txBody>
          <a:bodyPr wrap="square" rtlCol="0">
            <a:spAutoFit/>
          </a:bodyPr>
          <a:lstStyle/>
          <a:p>
            <a:r>
              <a:rPr lang="en-US" altLang="zh-CN" sz="3000" dirty="0">
                <a:latin typeface="Hiragino Maru Gothic Pro" panose="02010600030101010101" charset="-122"/>
                <a:ea typeface="Hiragino Maru Gothic Pro" panose="02010600030101010101" charset="-122"/>
              </a:rPr>
              <a:t>Scheduler: ReduceLROnPlateau(min)</a:t>
            </a:r>
            <a:endParaRPr lang="zh-CN" altLang="en-US" sz="3000" dirty="0">
              <a:latin typeface="Hiragino Maru Gothic Pro" panose="02010600030101010101" charset="-122"/>
              <a:ea typeface="Hiragino Maru Gothic Pro" panose="02010600030101010101" charset="-122"/>
            </a:endParaRP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158</TotalTime>
  <Words>484</Words>
  <Application>Microsoft Office PowerPoint</Application>
  <PresentationFormat>自定义</PresentationFormat>
  <Paragraphs>70</Paragraphs>
  <Slides>1</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vt:i4>
      </vt:variant>
    </vt:vector>
  </HeadingPairs>
  <TitlesOfParts>
    <vt:vector size="7" baseType="lpstr">
      <vt:lpstr>Calibri</vt:lpstr>
      <vt:lpstr>Cascadia Mono SemiBold</vt:lpstr>
      <vt:lpstr>Wingdings</vt:lpstr>
      <vt:lpstr>Hiragino Maru Gothic Pro</vt:lpstr>
      <vt:lpstr>Arial</vt:lpstr>
      <vt:lpstr>Office ​​テーマ</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SBRA2015_S-2-13</dc:title>
  <dc:creator>fujita</dc:creator>
  <cp:lastModifiedBy>ドン 凛</cp:lastModifiedBy>
  <cp:revision>426</cp:revision>
  <cp:lastPrinted>2023-12-14T07:44:15Z</cp:lastPrinted>
  <dcterms:created xsi:type="dcterms:W3CDTF">2023-12-14T07:44:15Z</dcterms:created>
  <dcterms:modified xsi:type="dcterms:W3CDTF">2024-10-15T02:33:06Z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AF699869D03E6601F3F24D659183F771_43</vt:lpwstr>
  </property>
  <property fmtid="{D5CDD505-2E9C-101B-9397-08002B2CF9AE}" pid="3" name="KSOProductBuildVer">
    <vt:lpwstr>2052-6.4.0.8550</vt:lpwstr>
  </property>
</Properties>
</file>