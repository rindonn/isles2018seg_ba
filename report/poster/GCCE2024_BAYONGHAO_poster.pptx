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
  </p:notesMasterIdLst>
  <p:sldIdLst>
    <p:sldId id="256" r:id="rId2"/>
  </p:sldIdLst>
  <p:sldSz cx="28803600" cy="41405175"/>
  <p:notesSz cx="6735763" cy="9866313"/>
  <p:embeddedFontLst>
    <p:embeddedFont>
      <p:font typeface="Hiragino Maru Gothic Pro" panose="02010600030101010101" charset="-122"/>
      <p:regular r:id="rId4"/>
    </p:embeddedFont>
  </p:embeddedFontLst>
  <p:defaultTextStyle>
    <a:defPPr>
      <a:defRPr lang="ja-JP"/>
    </a:defPPr>
    <a:lvl1pPr marL="0" algn="l" defTabSz="4010660" rtl="0" eaLnBrk="1" latinLnBrk="0" hangingPunct="1">
      <a:defRPr kumimoji="1" sz="7900" kern="1200">
        <a:solidFill>
          <a:schemeClr val="tx1"/>
        </a:solidFill>
        <a:latin typeface="+mn-lt"/>
        <a:ea typeface="+mn-ea"/>
        <a:cs typeface="+mn-cs"/>
      </a:defRPr>
    </a:lvl1pPr>
    <a:lvl2pPr marL="2005330" algn="l" defTabSz="4010660" rtl="0" eaLnBrk="1" latinLnBrk="0" hangingPunct="1">
      <a:defRPr kumimoji="1" sz="7900" kern="1200">
        <a:solidFill>
          <a:schemeClr val="tx1"/>
        </a:solidFill>
        <a:latin typeface="+mn-lt"/>
        <a:ea typeface="+mn-ea"/>
        <a:cs typeface="+mn-cs"/>
      </a:defRPr>
    </a:lvl2pPr>
    <a:lvl3pPr marL="4010660" algn="l" defTabSz="4010660" rtl="0" eaLnBrk="1" latinLnBrk="0" hangingPunct="1">
      <a:defRPr kumimoji="1" sz="7900" kern="1200">
        <a:solidFill>
          <a:schemeClr val="tx1"/>
        </a:solidFill>
        <a:latin typeface="+mn-lt"/>
        <a:ea typeface="+mn-ea"/>
        <a:cs typeface="+mn-cs"/>
      </a:defRPr>
    </a:lvl3pPr>
    <a:lvl4pPr marL="6015990" algn="l" defTabSz="4010660" rtl="0" eaLnBrk="1" latinLnBrk="0" hangingPunct="1">
      <a:defRPr kumimoji="1" sz="7900" kern="1200">
        <a:solidFill>
          <a:schemeClr val="tx1"/>
        </a:solidFill>
        <a:latin typeface="+mn-lt"/>
        <a:ea typeface="+mn-ea"/>
        <a:cs typeface="+mn-cs"/>
      </a:defRPr>
    </a:lvl4pPr>
    <a:lvl5pPr marL="8021320" algn="l" defTabSz="4010660" rtl="0" eaLnBrk="1" latinLnBrk="0" hangingPunct="1">
      <a:defRPr kumimoji="1" sz="7900" kern="1200">
        <a:solidFill>
          <a:schemeClr val="tx1"/>
        </a:solidFill>
        <a:latin typeface="+mn-lt"/>
        <a:ea typeface="+mn-ea"/>
        <a:cs typeface="+mn-cs"/>
      </a:defRPr>
    </a:lvl5pPr>
    <a:lvl6pPr marL="10026650" algn="l" defTabSz="4010660" rtl="0" eaLnBrk="1" latinLnBrk="0" hangingPunct="1">
      <a:defRPr kumimoji="1" sz="7900" kern="1200">
        <a:solidFill>
          <a:schemeClr val="tx1"/>
        </a:solidFill>
        <a:latin typeface="+mn-lt"/>
        <a:ea typeface="+mn-ea"/>
        <a:cs typeface="+mn-cs"/>
      </a:defRPr>
    </a:lvl6pPr>
    <a:lvl7pPr marL="12031345" algn="l" defTabSz="4010660" rtl="0" eaLnBrk="1" latinLnBrk="0" hangingPunct="1">
      <a:defRPr kumimoji="1" sz="7900" kern="1200">
        <a:solidFill>
          <a:schemeClr val="tx1"/>
        </a:solidFill>
        <a:latin typeface="+mn-lt"/>
        <a:ea typeface="+mn-ea"/>
        <a:cs typeface="+mn-cs"/>
      </a:defRPr>
    </a:lvl7pPr>
    <a:lvl8pPr marL="14036675" algn="l" defTabSz="4010660" rtl="0" eaLnBrk="1" latinLnBrk="0" hangingPunct="1">
      <a:defRPr kumimoji="1" sz="7900" kern="1200">
        <a:solidFill>
          <a:schemeClr val="tx1"/>
        </a:solidFill>
        <a:latin typeface="+mn-lt"/>
        <a:ea typeface="+mn-ea"/>
        <a:cs typeface="+mn-cs"/>
      </a:defRPr>
    </a:lvl8pPr>
    <a:lvl9pPr marL="16042005" algn="l" defTabSz="4010660" rtl="0" eaLnBrk="1" latinLnBrk="0" hangingPunct="1">
      <a:defRPr kumimoji="1" sz="79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041" userDrawn="1">
          <p15:clr>
            <a:srgbClr val="A4A3A4"/>
          </p15:clr>
        </p15:guide>
        <p15:guide id="2" pos="907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28812"/>
    <a:srgbClr val="A1D99C"/>
    <a:srgbClr val="60B46A"/>
    <a:srgbClr val="CFDB00"/>
    <a:srgbClr val="85E076"/>
    <a:srgbClr val="ECF363"/>
    <a:srgbClr val="A7AF0D"/>
    <a:srgbClr val="CFDB1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5620"/>
    <p:restoredTop sz="94660"/>
  </p:normalViewPr>
  <p:slideViewPr>
    <p:cSldViewPr showGuides="1">
      <p:cViewPr>
        <p:scale>
          <a:sx n="71" d="100"/>
          <a:sy n="71" d="100"/>
        </p:scale>
        <p:origin x="606" y="-1062"/>
      </p:cViewPr>
      <p:guideLst>
        <p:guide orient="horz" pos="13041"/>
        <p:guide pos="907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font" Target="fonts/font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18693" cy="49501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15194" y="0"/>
            <a:ext cx="2918693" cy="495013"/>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2024/10/9</a:t>
            </a:fld>
            <a:endParaRPr lang="zh-CN" altLang="en-US"/>
          </a:p>
        </p:txBody>
      </p:sp>
      <p:sp>
        <p:nvSpPr>
          <p:cNvPr id="4" name="幻灯片图像占位符 3"/>
          <p:cNvSpPr>
            <a:spLocks noGrp="1" noRot="1" noChangeAspect="1"/>
          </p:cNvSpPr>
          <p:nvPr>
            <p:ph type="sldImg" idx="2"/>
          </p:nvPr>
        </p:nvSpPr>
        <p:spPr>
          <a:xfrm>
            <a:off x="407924" y="1233249"/>
            <a:ext cx="5919597" cy="3329773"/>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73545" y="4748010"/>
            <a:ext cx="5388356" cy="3884736"/>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370983"/>
            <a:ext cx="2918693" cy="495012"/>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15194" y="9370983"/>
            <a:ext cx="2918693" cy="495012"/>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2209800" y="1233488"/>
            <a:ext cx="2316163" cy="3328987"/>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2160270" y="12862450"/>
            <a:ext cx="24483060" cy="8875276"/>
          </a:xfrm>
        </p:spPr>
        <p:txBody>
          <a:bodyPr/>
          <a:lstStyle/>
          <a:p>
            <a:r>
              <a:rPr kumimoji="1" lang="ja-JP" altLang="en-US"/>
              <a:t>マスター タイトルの書式設定</a:t>
            </a:r>
          </a:p>
        </p:txBody>
      </p:sp>
      <p:sp>
        <p:nvSpPr>
          <p:cNvPr id="3" name="サブタイトル 2"/>
          <p:cNvSpPr>
            <a:spLocks noGrp="1"/>
          </p:cNvSpPr>
          <p:nvPr>
            <p:ph type="subTitle" idx="1"/>
          </p:nvPr>
        </p:nvSpPr>
        <p:spPr>
          <a:xfrm>
            <a:off x="4320540" y="23462932"/>
            <a:ext cx="20162520" cy="10581322"/>
          </a:xfrm>
        </p:spPr>
        <p:txBody>
          <a:bodyPr/>
          <a:lstStyle>
            <a:lvl1pPr marL="0" indent="0" algn="ctr">
              <a:buNone/>
              <a:defRPr>
                <a:solidFill>
                  <a:schemeClr val="tx1">
                    <a:tint val="75000"/>
                  </a:schemeClr>
                </a:solidFill>
              </a:defRPr>
            </a:lvl1pPr>
            <a:lvl2pPr marL="2005330" indent="0" algn="ctr">
              <a:buNone/>
              <a:defRPr>
                <a:solidFill>
                  <a:schemeClr val="tx1">
                    <a:tint val="75000"/>
                  </a:schemeClr>
                </a:solidFill>
              </a:defRPr>
            </a:lvl2pPr>
            <a:lvl3pPr marL="4010660" indent="0" algn="ctr">
              <a:buNone/>
              <a:defRPr>
                <a:solidFill>
                  <a:schemeClr val="tx1">
                    <a:tint val="75000"/>
                  </a:schemeClr>
                </a:solidFill>
              </a:defRPr>
            </a:lvl3pPr>
            <a:lvl4pPr marL="6015990" indent="0" algn="ctr">
              <a:buNone/>
              <a:defRPr>
                <a:solidFill>
                  <a:schemeClr val="tx1">
                    <a:tint val="75000"/>
                  </a:schemeClr>
                </a:solidFill>
              </a:defRPr>
            </a:lvl4pPr>
            <a:lvl5pPr marL="8021320" indent="0" algn="ctr">
              <a:buNone/>
              <a:defRPr>
                <a:solidFill>
                  <a:schemeClr val="tx1">
                    <a:tint val="75000"/>
                  </a:schemeClr>
                </a:solidFill>
              </a:defRPr>
            </a:lvl5pPr>
            <a:lvl6pPr marL="10026650" indent="0" algn="ctr">
              <a:buNone/>
              <a:defRPr>
                <a:solidFill>
                  <a:schemeClr val="tx1">
                    <a:tint val="75000"/>
                  </a:schemeClr>
                </a:solidFill>
              </a:defRPr>
            </a:lvl6pPr>
            <a:lvl7pPr marL="12031980" indent="0" algn="ctr">
              <a:buNone/>
              <a:defRPr>
                <a:solidFill>
                  <a:schemeClr val="tx1">
                    <a:tint val="75000"/>
                  </a:schemeClr>
                </a:solidFill>
              </a:defRPr>
            </a:lvl7pPr>
            <a:lvl8pPr marL="14037310" indent="0" algn="ctr">
              <a:buNone/>
              <a:defRPr>
                <a:solidFill>
                  <a:schemeClr val="tx1">
                    <a:tint val="75000"/>
                  </a:schemeClr>
                </a:solidFill>
              </a:defRPr>
            </a:lvl8pPr>
            <a:lvl9pPr marL="16042640" indent="0" algn="ctr">
              <a:buNone/>
              <a:defRPr>
                <a:solidFill>
                  <a:schemeClr val="tx1">
                    <a:tint val="75000"/>
                  </a:schemeClr>
                </a:solidFill>
              </a:defRPr>
            </a:lvl9pPr>
          </a:lstStyle>
          <a:p>
            <a:r>
              <a:rPr kumimoji="1" lang="ja-JP" altLang="en-US"/>
              <a:t>マスター サブタイトルの書式設定</a:t>
            </a:r>
          </a:p>
        </p:txBody>
      </p:sp>
      <p:sp>
        <p:nvSpPr>
          <p:cNvPr id="4" name="日付プレースホルダー 3"/>
          <p:cNvSpPr>
            <a:spLocks noGrp="1"/>
          </p:cNvSpPr>
          <p:nvPr>
            <p:ph type="dt" sz="half" idx="10"/>
          </p:nvPr>
        </p:nvSpPr>
        <p:spPr/>
        <p:txBody>
          <a:bodyPr/>
          <a:lstStyle/>
          <a:p>
            <a:fld id="{E79983CC-C5CD-4660-8EFA-84CE1102611A}" type="datetimeFigureOut">
              <a:rPr kumimoji="1" lang="ja-JP" altLang="en-US" smtClean="0"/>
              <a:t>2024/10/9</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353ADCC8-0883-400D-AF1A-E5CCD24E4989}" type="slidenum">
              <a:rPr kumimoji="1" lang="ja-JP" altLang="en-US" smtClean="0"/>
              <a: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E79983CC-C5CD-4660-8EFA-84CE1102611A}" type="datetimeFigureOut">
              <a:rPr kumimoji="1" lang="ja-JP" altLang="en-US" smtClean="0"/>
              <a:t>2024/10/9</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353ADCC8-0883-400D-AF1A-E5CCD24E4989}" type="slidenum">
              <a:rPr kumimoji="1" lang="ja-JP" altLang="en-US" smtClean="0"/>
              <a: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2275286" y="26606668"/>
            <a:ext cx="24483060" cy="8223528"/>
          </a:xfrm>
        </p:spPr>
        <p:txBody>
          <a:bodyPr anchor="t"/>
          <a:lstStyle>
            <a:lvl1pPr algn="l">
              <a:defRPr sz="17600" b="1" cap="all"/>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2275286" y="17549282"/>
            <a:ext cx="24483060" cy="9057379"/>
          </a:xfrm>
        </p:spPr>
        <p:txBody>
          <a:bodyPr anchor="b"/>
          <a:lstStyle>
            <a:lvl1pPr marL="0" indent="0">
              <a:buNone/>
              <a:defRPr sz="8700">
                <a:solidFill>
                  <a:schemeClr val="tx1">
                    <a:tint val="75000"/>
                  </a:schemeClr>
                </a:solidFill>
              </a:defRPr>
            </a:lvl1pPr>
            <a:lvl2pPr marL="2005330" indent="0">
              <a:buNone/>
              <a:defRPr sz="7900">
                <a:solidFill>
                  <a:schemeClr val="tx1">
                    <a:tint val="75000"/>
                  </a:schemeClr>
                </a:solidFill>
              </a:defRPr>
            </a:lvl2pPr>
            <a:lvl3pPr marL="4010660" indent="0">
              <a:buNone/>
              <a:defRPr sz="7000">
                <a:solidFill>
                  <a:schemeClr val="tx1">
                    <a:tint val="75000"/>
                  </a:schemeClr>
                </a:solidFill>
              </a:defRPr>
            </a:lvl3pPr>
            <a:lvl4pPr marL="6015990" indent="0">
              <a:buNone/>
              <a:defRPr sz="6100">
                <a:solidFill>
                  <a:schemeClr val="tx1">
                    <a:tint val="75000"/>
                  </a:schemeClr>
                </a:solidFill>
              </a:defRPr>
            </a:lvl4pPr>
            <a:lvl5pPr marL="8021320" indent="0">
              <a:buNone/>
              <a:defRPr sz="6100">
                <a:solidFill>
                  <a:schemeClr val="tx1">
                    <a:tint val="75000"/>
                  </a:schemeClr>
                </a:solidFill>
              </a:defRPr>
            </a:lvl5pPr>
            <a:lvl6pPr marL="10026650" indent="0">
              <a:buNone/>
              <a:defRPr sz="6100">
                <a:solidFill>
                  <a:schemeClr val="tx1">
                    <a:tint val="75000"/>
                  </a:schemeClr>
                </a:solidFill>
              </a:defRPr>
            </a:lvl6pPr>
            <a:lvl7pPr marL="12031980" indent="0">
              <a:buNone/>
              <a:defRPr sz="6100">
                <a:solidFill>
                  <a:schemeClr val="tx1">
                    <a:tint val="75000"/>
                  </a:schemeClr>
                </a:solidFill>
              </a:defRPr>
            </a:lvl7pPr>
            <a:lvl8pPr marL="14037310" indent="0">
              <a:buNone/>
              <a:defRPr sz="6100">
                <a:solidFill>
                  <a:schemeClr val="tx1">
                    <a:tint val="75000"/>
                  </a:schemeClr>
                </a:solidFill>
              </a:defRPr>
            </a:lvl8pPr>
            <a:lvl9pPr marL="16042640" indent="0">
              <a:buNone/>
              <a:defRPr sz="6100">
                <a:solidFill>
                  <a:schemeClr val="tx1">
                    <a:tint val="75000"/>
                  </a:schemeClr>
                </a:solidFill>
              </a:defRPr>
            </a:lvl9pPr>
          </a:lstStyle>
          <a:p>
            <a:pPr lvl="0"/>
            <a:r>
              <a:rPr kumimoji="1" lang="ja-JP" altLang="en-US"/>
              <a:t>マスター テキストの書式設定</a:t>
            </a:r>
          </a:p>
        </p:txBody>
      </p:sp>
      <p:sp>
        <p:nvSpPr>
          <p:cNvPr id="4" name="日付プレースホルダー 3"/>
          <p:cNvSpPr>
            <a:spLocks noGrp="1"/>
          </p:cNvSpPr>
          <p:nvPr>
            <p:ph type="dt" sz="half" idx="10"/>
          </p:nvPr>
        </p:nvSpPr>
        <p:spPr/>
        <p:txBody>
          <a:bodyPr/>
          <a:lstStyle/>
          <a:p>
            <a:fld id="{E79983CC-C5CD-4660-8EFA-84CE1102611A}" type="datetimeFigureOut">
              <a:rPr kumimoji="1" lang="ja-JP" altLang="en-US" smtClean="0"/>
              <a:t>2024/10/9</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353ADCC8-0883-400D-AF1A-E5CCD24E4989}" type="slidenum">
              <a:rPr kumimoji="1" lang="ja-JP" altLang="en-US" smtClean="0"/>
              <a: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sz="half" idx="1"/>
          </p:nvPr>
        </p:nvSpPr>
        <p:spPr>
          <a:xfrm>
            <a:off x="4770601" y="60305871"/>
            <a:ext cx="42680336" cy="170566318"/>
          </a:xfrm>
        </p:spPr>
        <p:txBody>
          <a:bodyPr/>
          <a:lstStyle>
            <a:lvl1pPr>
              <a:defRPr sz="12300"/>
            </a:lvl1pPr>
            <a:lvl2pPr>
              <a:defRPr sz="10600"/>
            </a:lvl2pPr>
            <a:lvl3pPr>
              <a:defRPr sz="8700"/>
            </a:lvl3pPr>
            <a:lvl4pPr>
              <a:defRPr sz="7900"/>
            </a:lvl4pPr>
            <a:lvl5pPr>
              <a:defRPr sz="7900"/>
            </a:lvl5pPr>
            <a:lvl6pPr>
              <a:defRPr sz="7900"/>
            </a:lvl6pPr>
            <a:lvl7pPr>
              <a:defRPr sz="7900"/>
            </a:lvl7pPr>
            <a:lvl8pPr>
              <a:defRPr sz="7900"/>
            </a:lvl8pPr>
            <a:lvl9pPr>
              <a:defRPr sz="79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p:cNvSpPr>
            <a:spLocks noGrp="1"/>
          </p:cNvSpPr>
          <p:nvPr>
            <p:ph sz="half" idx="2"/>
          </p:nvPr>
        </p:nvSpPr>
        <p:spPr>
          <a:xfrm>
            <a:off x="47930992" y="60305871"/>
            <a:ext cx="42680333" cy="170566318"/>
          </a:xfrm>
        </p:spPr>
        <p:txBody>
          <a:bodyPr/>
          <a:lstStyle>
            <a:lvl1pPr>
              <a:defRPr sz="12300"/>
            </a:lvl1pPr>
            <a:lvl2pPr>
              <a:defRPr sz="10600"/>
            </a:lvl2pPr>
            <a:lvl3pPr>
              <a:defRPr sz="8700"/>
            </a:lvl3pPr>
            <a:lvl4pPr>
              <a:defRPr sz="7900"/>
            </a:lvl4pPr>
            <a:lvl5pPr>
              <a:defRPr sz="7900"/>
            </a:lvl5pPr>
            <a:lvl6pPr>
              <a:defRPr sz="7900"/>
            </a:lvl6pPr>
            <a:lvl7pPr>
              <a:defRPr sz="7900"/>
            </a:lvl7pPr>
            <a:lvl8pPr>
              <a:defRPr sz="7900"/>
            </a:lvl8pPr>
            <a:lvl9pPr>
              <a:defRPr sz="79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p:cNvSpPr>
            <a:spLocks noGrp="1"/>
          </p:cNvSpPr>
          <p:nvPr>
            <p:ph type="dt" sz="half" idx="10"/>
          </p:nvPr>
        </p:nvSpPr>
        <p:spPr/>
        <p:txBody>
          <a:bodyPr/>
          <a:lstStyle/>
          <a:p>
            <a:fld id="{E79983CC-C5CD-4660-8EFA-84CE1102611A}" type="datetimeFigureOut">
              <a:rPr kumimoji="1" lang="ja-JP" altLang="en-US" smtClean="0"/>
              <a:t>2024/10/9</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353ADCC8-0883-400D-AF1A-E5CCD24E4989}" type="slidenum">
              <a:rPr kumimoji="1" lang="ja-JP" altLang="en-US" smtClean="0"/>
              <a: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1440180" y="1658127"/>
            <a:ext cx="25923240" cy="6900862"/>
          </a:xfrm>
        </p:spPr>
        <p:txBody>
          <a:bodyPr/>
          <a:lstStyle>
            <a:lvl1pPr>
              <a:defRPr/>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1440180" y="9268246"/>
            <a:ext cx="12726592" cy="3862563"/>
          </a:xfrm>
        </p:spPr>
        <p:txBody>
          <a:bodyPr anchor="b"/>
          <a:lstStyle>
            <a:lvl1pPr marL="0" indent="0">
              <a:buNone/>
              <a:defRPr sz="10600" b="1"/>
            </a:lvl1pPr>
            <a:lvl2pPr marL="2005330" indent="0">
              <a:buNone/>
              <a:defRPr sz="8700" b="1"/>
            </a:lvl2pPr>
            <a:lvl3pPr marL="4010660" indent="0">
              <a:buNone/>
              <a:defRPr sz="7900" b="1"/>
            </a:lvl3pPr>
            <a:lvl4pPr marL="6015990" indent="0">
              <a:buNone/>
              <a:defRPr sz="7000" b="1"/>
            </a:lvl4pPr>
            <a:lvl5pPr marL="8021320" indent="0">
              <a:buNone/>
              <a:defRPr sz="7000" b="1"/>
            </a:lvl5pPr>
            <a:lvl6pPr marL="10026650" indent="0">
              <a:buNone/>
              <a:defRPr sz="7000" b="1"/>
            </a:lvl6pPr>
            <a:lvl7pPr marL="12031980" indent="0">
              <a:buNone/>
              <a:defRPr sz="7000" b="1"/>
            </a:lvl7pPr>
            <a:lvl8pPr marL="14037310" indent="0">
              <a:buNone/>
              <a:defRPr sz="7000" b="1"/>
            </a:lvl8pPr>
            <a:lvl9pPr marL="16042640" indent="0">
              <a:buNone/>
              <a:defRPr sz="7000" b="1"/>
            </a:lvl9pPr>
          </a:lstStyle>
          <a:p>
            <a:pPr lvl="0"/>
            <a:r>
              <a:rPr kumimoji="1" lang="ja-JP" altLang="en-US"/>
              <a:t>マスター テキストの書式設定</a:t>
            </a:r>
          </a:p>
        </p:txBody>
      </p:sp>
      <p:sp>
        <p:nvSpPr>
          <p:cNvPr id="4" name="コンテンツ プレースホルダー 3"/>
          <p:cNvSpPr>
            <a:spLocks noGrp="1"/>
          </p:cNvSpPr>
          <p:nvPr>
            <p:ph sz="half" idx="2"/>
          </p:nvPr>
        </p:nvSpPr>
        <p:spPr>
          <a:xfrm>
            <a:off x="1440180" y="13130808"/>
            <a:ext cx="12726592" cy="23855901"/>
          </a:xfrm>
        </p:spPr>
        <p:txBody>
          <a:bodyPr/>
          <a:lstStyle>
            <a:lvl1pPr>
              <a:defRPr sz="10600"/>
            </a:lvl1pPr>
            <a:lvl2pPr>
              <a:defRPr sz="8700"/>
            </a:lvl2pPr>
            <a:lvl3pPr>
              <a:defRPr sz="7900"/>
            </a:lvl3pPr>
            <a:lvl4pPr>
              <a:defRPr sz="7000"/>
            </a:lvl4pPr>
            <a:lvl5pPr>
              <a:defRPr sz="7000"/>
            </a:lvl5pPr>
            <a:lvl6pPr>
              <a:defRPr sz="7000"/>
            </a:lvl6pPr>
            <a:lvl7pPr>
              <a:defRPr sz="7000"/>
            </a:lvl7pPr>
            <a:lvl8pPr>
              <a:defRPr sz="7000"/>
            </a:lvl8pPr>
            <a:lvl9pPr>
              <a:defRPr sz="7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p:cNvSpPr>
            <a:spLocks noGrp="1"/>
          </p:cNvSpPr>
          <p:nvPr>
            <p:ph type="body" sz="quarter" idx="3"/>
          </p:nvPr>
        </p:nvSpPr>
        <p:spPr>
          <a:xfrm>
            <a:off x="14631830" y="9268246"/>
            <a:ext cx="12731592" cy="3862563"/>
          </a:xfrm>
        </p:spPr>
        <p:txBody>
          <a:bodyPr anchor="b"/>
          <a:lstStyle>
            <a:lvl1pPr marL="0" indent="0">
              <a:buNone/>
              <a:defRPr sz="10600" b="1"/>
            </a:lvl1pPr>
            <a:lvl2pPr marL="2005330" indent="0">
              <a:buNone/>
              <a:defRPr sz="8700" b="1"/>
            </a:lvl2pPr>
            <a:lvl3pPr marL="4010660" indent="0">
              <a:buNone/>
              <a:defRPr sz="7900" b="1"/>
            </a:lvl3pPr>
            <a:lvl4pPr marL="6015990" indent="0">
              <a:buNone/>
              <a:defRPr sz="7000" b="1"/>
            </a:lvl4pPr>
            <a:lvl5pPr marL="8021320" indent="0">
              <a:buNone/>
              <a:defRPr sz="7000" b="1"/>
            </a:lvl5pPr>
            <a:lvl6pPr marL="10026650" indent="0">
              <a:buNone/>
              <a:defRPr sz="7000" b="1"/>
            </a:lvl6pPr>
            <a:lvl7pPr marL="12031980" indent="0">
              <a:buNone/>
              <a:defRPr sz="7000" b="1"/>
            </a:lvl7pPr>
            <a:lvl8pPr marL="14037310" indent="0">
              <a:buNone/>
              <a:defRPr sz="7000" b="1"/>
            </a:lvl8pPr>
            <a:lvl9pPr marL="16042640" indent="0">
              <a:buNone/>
              <a:defRPr sz="7000" b="1"/>
            </a:lvl9pPr>
          </a:lstStyle>
          <a:p>
            <a:pPr lvl="0"/>
            <a:r>
              <a:rPr kumimoji="1" lang="ja-JP" altLang="en-US"/>
              <a:t>マスター テキストの書式設定</a:t>
            </a:r>
          </a:p>
        </p:txBody>
      </p:sp>
      <p:sp>
        <p:nvSpPr>
          <p:cNvPr id="6" name="コンテンツ プレースホルダー 5"/>
          <p:cNvSpPr>
            <a:spLocks noGrp="1"/>
          </p:cNvSpPr>
          <p:nvPr>
            <p:ph sz="quarter" idx="4"/>
          </p:nvPr>
        </p:nvSpPr>
        <p:spPr>
          <a:xfrm>
            <a:off x="14631830" y="13130808"/>
            <a:ext cx="12731592" cy="23855901"/>
          </a:xfrm>
        </p:spPr>
        <p:txBody>
          <a:bodyPr/>
          <a:lstStyle>
            <a:lvl1pPr>
              <a:defRPr sz="10600"/>
            </a:lvl1pPr>
            <a:lvl2pPr>
              <a:defRPr sz="8700"/>
            </a:lvl2pPr>
            <a:lvl3pPr>
              <a:defRPr sz="7900"/>
            </a:lvl3pPr>
            <a:lvl4pPr>
              <a:defRPr sz="7000"/>
            </a:lvl4pPr>
            <a:lvl5pPr>
              <a:defRPr sz="7000"/>
            </a:lvl5pPr>
            <a:lvl6pPr>
              <a:defRPr sz="7000"/>
            </a:lvl6pPr>
            <a:lvl7pPr>
              <a:defRPr sz="7000"/>
            </a:lvl7pPr>
            <a:lvl8pPr>
              <a:defRPr sz="7000"/>
            </a:lvl8pPr>
            <a:lvl9pPr>
              <a:defRPr sz="7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p:cNvSpPr>
            <a:spLocks noGrp="1"/>
          </p:cNvSpPr>
          <p:nvPr>
            <p:ph type="dt" sz="half" idx="10"/>
          </p:nvPr>
        </p:nvSpPr>
        <p:spPr/>
        <p:txBody>
          <a:bodyPr/>
          <a:lstStyle/>
          <a:p>
            <a:fld id="{E79983CC-C5CD-4660-8EFA-84CE1102611A}" type="datetimeFigureOut">
              <a:rPr kumimoji="1" lang="ja-JP" altLang="en-US" smtClean="0"/>
              <a:t>2024/10/9</a:t>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353ADCC8-0883-400D-AF1A-E5CCD24E4989}" type="slidenum">
              <a:rPr kumimoji="1" lang="ja-JP" altLang="en-US" smtClean="0"/>
              <a: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日付プレースホルダー 2"/>
          <p:cNvSpPr>
            <a:spLocks noGrp="1"/>
          </p:cNvSpPr>
          <p:nvPr>
            <p:ph type="dt" sz="half" idx="10"/>
          </p:nvPr>
        </p:nvSpPr>
        <p:spPr/>
        <p:txBody>
          <a:bodyPr/>
          <a:lstStyle/>
          <a:p>
            <a:fld id="{E79983CC-C5CD-4660-8EFA-84CE1102611A}" type="datetimeFigureOut">
              <a:rPr kumimoji="1" lang="ja-JP" altLang="en-US" smtClean="0"/>
              <a:t>2024/10/9</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353ADCC8-0883-400D-AF1A-E5CCD24E4989}" type="slidenum">
              <a:rPr kumimoji="1" lang="ja-JP" altLang="en-US" smtClean="0"/>
              <a: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E79983CC-C5CD-4660-8EFA-84CE1102611A}" type="datetimeFigureOut">
              <a:rPr kumimoji="1" lang="ja-JP" altLang="en-US" smtClean="0"/>
              <a:t>2024/10/9</a:t>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353ADCC8-0883-400D-AF1A-E5CCD24E4989}" type="slidenum">
              <a:rPr kumimoji="1" lang="ja-JP" altLang="en-US" smtClean="0"/>
              <a: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1440185" y="1648539"/>
            <a:ext cx="9476186" cy="7015877"/>
          </a:xfrm>
        </p:spPr>
        <p:txBody>
          <a:bodyPr anchor="b"/>
          <a:lstStyle>
            <a:lvl1pPr algn="l">
              <a:defRPr sz="8700" b="1"/>
            </a:lvl1pPr>
          </a:lstStyle>
          <a:p>
            <a:r>
              <a:rPr kumimoji="1" lang="ja-JP" altLang="en-US"/>
              <a:t>マスター タイトルの書式設定</a:t>
            </a:r>
          </a:p>
        </p:txBody>
      </p:sp>
      <p:sp>
        <p:nvSpPr>
          <p:cNvPr id="3" name="コンテンツ プレースホルダー 2"/>
          <p:cNvSpPr>
            <a:spLocks noGrp="1"/>
          </p:cNvSpPr>
          <p:nvPr>
            <p:ph idx="1"/>
          </p:nvPr>
        </p:nvSpPr>
        <p:spPr>
          <a:xfrm>
            <a:off x="11261408" y="1648548"/>
            <a:ext cx="16102012" cy="35338170"/>
          </a:xfrm>
        </p:spPr>
        <p:txBody>
          <a:bodyPr/>
          <a:lstStyle>
            <a:lvl1pPr>
              <a:defRPr sz="14000"/>
            </a:lvl1pPr>
            <a:lvl2pPr>
              <a:defRPr sz="12300"/>
            </a:lvl2pPr>
            <a:lvl3pPr>
              <a:defRPr sz="10600"/>
            </a:lvl3pPr>
            <a:lvl4pPr>
              <a:defRPr sz="8700"/>
            </a:lvl4pPr>
            <a:lvl5pPr>
              <a:defRPr sz="8700"/>
            </a:lvl5pPr>
            <a:lvl6pPr>
              <a:defRPr sz="8700"/>
            </a:lvl6pPr>
            <a:lvl7pPr>
              <a:defRPr sz="8700"/>
            </a:lvl7pPr>
            <a:lvl8pPr>
              <a:defRPr sz="8700"/>
            </a:lvl8pPr>
            <a:lvl9pPr>
              <a:defRPr sz="87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p:cNvSpPr>
            <a:spLocks noGrp="1"/>
          </p:cNvSpPr>
          <p:nvPr>
            <p:ph type="body" sz="half" idx="2"/>
          </p:nvPr>
        </p:nvSpPr>
        <p:spPr>
          <a:xfrm>
            <a:off x="1440185" y="8664426"/>
            <a:ext cx="9476186" cy="28322293"/>
          </a:xfrm>
        </p:spPr>
        <p:txBody>
          <a:bodyPr/>
          <a:lstStyle>
            <a:lvl1pPr marL="0" indent="0">
              <a:buNone/>
              <a:defRPr sz="6100"/>
            </a:lvl1pPr>
            <a:lvl2pPr marL="2005330" indent="0">
              <a:buNone/>
              <a:defRPr sz="5300"/>
            </a:lvl2pPr>
            <a:lvl3pPr marL="4010660" indent="0">
              <a:buNone/>
              <a:defRPr sz="4400"/>
            </a:lvl3pPr>
            <a:lvl4pPr marL="6015990" indent="0">
              <a:buNone/>
              <a:defRPr sz="3900"/>
            </a:lvl4pPr>
            <a:lvl5pPr marL="8021320" indent="0">
              <a:buNone/>
              <a:defRPr sz="3900"/>
            </a:lvl5pPr>
            <a:lvl6pPr marL="10026650" indent="0">
              <a:buNone/>
              <a:defRPr sz="3900"/>
            </a:lvl6pPr>
            <a:lvl7pPr marL="12031980" indent="0">
              <a:buNone/>
              <a:defRPr sz="3900"/>
            </a:lvl7pPr>
            <a:lvl8pPr marL="14037310" indent="0">
              <a:buNone/>
              <a:defRPr sz="3900"/>
            </a:lvl8pPr>
            <a:lvl9pPr marL="16042640" indent="0">
              <a:buNone/>
              <a:defRPr sz="39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E79983CC-C5CD-4660-8EFA-84CE1102611A}" type="datetimeFigureOut">
              <a:rPr kumimoji="1" lang="ja-JP" altLang="en-US" smtClean="0"/>
              <a:t>2024/10/9</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353ADCC8-0883-400D-AF1A-E5CCD24E4989}" type="slidenum">
              <a:rPr kumimoji="1" lang="ja-JP" altLang="en-US" smtClean="0"/>
              <a: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5645708" y="28983623"/>
            <a:ext cx="17282160" cy="3421681"/>
          </a:xfrm>
        </p:spPr>
        <p:txBody>
          <a:bodyPr anchor="b"/>
          <a:lstStyle>
            <a:lvl1pPr algn="l">
              <a:defRPr sz="8700" b="1"/>
            </a:lvl1pPr>
          </a:lstStyle>
          <a:p>
            <a:r>
              <a:rPr kumimoji="1" lang="ja-JP" altLang="en-US"/>
              <a:t>マスター タイトルの書式設定</a:t>
            </a:r>
          </a:p>
        </p:txBody>
      </p:sp>
      <p:sp>
        <p:nvSpPr>
          <p:cNvPr id="3" name="図プレースホルダー 2"/>
          <p:cNvSpPr>
            <a:spLocks noGrp="1"/>
          </p:cNvSpPr>
          <p:nvPr>
            <p:ph type="pic" idx="1"/>
          </p:nvPr>
        </p:nvSpPr>
        <p:spPr>
          <a:xfrm>
            <a:off x="5645708" y="3699630"/>
            <a:ext cx="17282160" cy="24843105"/>
          </a:xfrm>
        </p:spPr>
        <p:txBody>
          <a:bodyPr/>
          <a:lstStyle>
            <a:lvl1pPr marL="0" indent="0">
              <a:buNone/>
              <a:defRPr sz="14000"/>
            </a:lvl1pPr>
            <a:lvl2pPr marL="2005330" indent="0">
              <a:buNone/>
              <a:defRPr sz="12300"/>
            </a:lvl2pPr>
            <a:lvl3pPr marL="4010660" indent="0">
              <a:buNone/>
              <a:defRPr sz="10600"/>
            </a:lvl3pPr>
            <a:lvl4pPr marL="6015990" indent="0">
              <a:buNone/>
              <a:defRPr sz="8700"/>
            </a:lvl4pPr>
            <a:lvl5pPr marL="8021320" indent="0">
              <a:buNone/>
              <a:defRPr sz="8700"/>
            </a:lvl5pPr>
            <a:lvl6pPr marL="10026650" indent="0">
              <a:buNone/>
              <a:defRPr sz="8700"/>
            </a:lvl6pPr>
            <a:lvl7pPr marL="12031980" indent="0">
              <a:buNone/>
              <a:defRPr sz="8700"/>
            </a:lvl7pPr>
            <a:lvl8pPr marL="14037310" indent="0">
              <a:buNone/>
              <a:defRPr sz="8700"/>
            </a:lvl8pPr>
            <a:lvl9pPr marL="16042640" indent="0">
              <a:buNone/>
              <a:defRPr sz="8700"/>
            </a:lvl9pPr>
          </a:lstStyle>
          <a:p>
            <a:endParaRPr kumimoji="1" lang="ja-JP" altLang="en-US"/>
          </a:p>
        </p:txBody>
      </p:sp>
      <p:sp>
        <p:nvSpPr>
          <p:cNvPr id="4" name="テキスト プレースホルダー 3"/>
          <p:cNvSpPr>
            <a:spLocks noGrp="1"/>
          </p:cNvSpPr>
          <p:nvPr>
            <p:ph type="body" sz="half" idx="2"/>
          </p:nvPr>
        </p:nvSpPr>
        <p:spPr>
          <a:xfrm>
            <a:off x="5645708" y="32405304"/>
            <a:ext cx="17282160" cy="4859354"/>
          </a:xfrm>
        </p:spPr>
        <p:txBody>
          <a:bodyPr/>
          <a:lstStyle>
            <a:lvl1pPr marL="0" indent="0">
              <a:buNone/>
              <a:defRPr sz="6100"/>
            </a:lvl1pPr>
            <a:lvl2pPr marL="2005330" indent="0">
              <a:buNone/>
              <a:defRPr sz="5300"/>
            </a:lvl2pPr>
            <a:lvl3pPr marL="4010660" indent="0">
              <a:buNone/>
              <a:defRPr sz="4400"/>
            </a:lvl3pPr>
            <a:lvl4pPr marL="6015990" indent="0">
              <a:buNone/>
              <a:defRPr sz="3900"/>
            </a:lvl4pPr>
            <a:lvl5pPr marL="8021320" indent="0">
              <a:buNone/>
              <a:defRPr sz="3900"/>
            </a:lvl5pPr>
            <a:lvl6pPr marL="10026650" indent="0">
              <a:buNone/>
              <a:defRPr sz="3900"/>
            </a:lvl6pPr>
            <a:lvl7pPr marL="12031980" indent="0">
              <a:buNone/>
              <a:defRPr sz="3900"/>
            </a:lvl7pPr>
            <a:lvl8pPr marL="14037310" indent="0">
              <a:buNone/>
              <a:defRPr sz="3900"/>
            </a:lvl8pPr>
            <a:lvl9pPr marL="16042640" indent="0">
              <a:buNone/>
              <a:defRPr sz="39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E79983CC-C5CD-4660-8EFA-84CE1102611A}" type="datetimeFigureOut">
              <a:rPr kumimoji="1" lang="ja-JP" altLang="en-US" smtClean="0"/>
              <a:t>2024/10/9</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353ADCC8-0883-400D-AF1A-E5CCD24E4989}" type="slidenum">
              <a:rPr kumimoji="1" lang="ja-JP" altLang="en-US" smtClean="0"/>
              <a: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E79983CC-C5CD-4660-8EFA-84CE1102611A}" type="datetimeFigureOut">
              <a:rPr kumimoji="1" lang="ja-JP" altLang="en-US" smtClean="0"/>
              <a:t>2024/10/9</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353ADCC8-0883-400D-AF1A-E5CCD24E4989}" type="slidenum">
              <a:rPr kumimoji="1" lang="ja-JP" altLang="en-US" smtClean="0"/>
              <a: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9153645" y="10351294"/>
            <a:ext cx="21457680" cy="220520895"/>
          </a:xfrm>
        </p:spPr>
        <p:txBody>
          <a:bodyPr vert="eaVert"/>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a:xfrm>
            <a:off x="4770602" y="10351294"/>
            <a:ext cx="63902988" cy="220520895"/>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E79983CC-C5CD-4660-8EFA-84CE1102611A}" type="datetimeFigureOut">
              <a:rPr kumimoji="1" lang="ja-JP" altLang="en-US" smtClean="0"/>
              <a:t>2024/10/9</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353ADCC8-0883-400D-AF1A-E5CCD24E4989}" type="slidenum">
              <a:rPr kumimoji="1" lang="ja-JP" altLang="en-US" smtClean="0"/>
              <a: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1440180" y="1658127"/>
            <a:ext cx="25923240" cy="6900862"/>
          </a:xfrm>
          <a:prstGeom prst="rect">
            <a:avLst/>
          </a:prstGeom>
        </p:spPr>
        <p:txBody>
          <a:bodyPr vert="horz" lIns="401067" tIns="200533" rIns="401067" bIns="200533"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1440180" y="9661216"/>
            <a:ext cx="25923240" cy="27325502"/>
          </a:xfrm>
          <a:prstGeom prst="rect">
            <a:avLst/>
          </a:prstGeom>
        </p:spPr>
        <p:txBody>
          <a:bodyPr vert="horz" lIns="401067" tIns="200533" rIns="401067" bIns="200533"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2"/>
          </p:nvPr>
        </p:nvSpPr>
        <p:spPr>
          <a:xfrm>
            <a:off x="1440180" y="38376472"/>
            <a:ext cx="6720840" cy="2204443"/>
          </a:xfrm>
          <a:prstGeom prst="rect">
            <a:avLst/>
          </a:prstGeom>
        </p:spPr>
        <p:txBody>
          <a:bodyPr vert="horz" lIns="401067" tIns="200533" rIns="401067" bIns="200533" rtlCol="0" anchor="ctr"/>
          <a:lstStyle>
            <a:lvl1pPr algn="l">
              <a:defRPr sz="5300">
                <a:solidFill>
                  <a:schemeClr val="tx1">
                    <a:tint val="75000"/>
                  </a:schemeClr>
                </a:solidFill>
              </a:defRPr>
            </a:lvl1pPr>
          </a:lstStyle>
          <a:p>
            <a:fld id="{E79983CC-C5CD-4660-8EFA-84CE1102611A}" type="datetimeFigureOut">
              <a:rPr kumimoji="1" lang="ja-JP" altLang="en-US" smtClean="0"/>
              <a:t>2024/10/9</a:t>
            </a:fld>
            <a:endParaRPr kumimoji="1" lang="ja-JP" altLang="en-US"/>
          </a:p>
        </p:txBody>
      </p:sp>
      <p:sp>
        <p:nvSpPr>
          <p:cNvPr id="5" name="フッター プレースホルダー 4"/>
          <p:cNvSpPr>
            <a:spLocks noGrp="1"/>
          </p:cNvSpPr>
          <p:nvPr>
            <p:ph type="ftr" sz="quarter" idx="3"/>
          </p:nvPr>
        </p:nvSpPr>
        <p:spPr>
          <a:xfrm>
            <a:off x="9841230" y="38376472"/>
            <a:ext cx="9121140" cy="2204443"/>
          </a:xfrm>
          <a:prstGeom prst="rect">
            <a:avLst/>
          </a:prstGeom>
        </p:spPr>
        <p:txBody>
          <a:bodyPr vert="horz" lIns="401067" tIns="200533" rIns="401067" bIns="200533" rtlCol="0" anchor="ctr"/>
          <a:lstStyle>
            <a:lvl1pPr algn="ctr">
              <a:defRPr sz="5300">
                <a:solidFill>
                  <a:schemeClr val="tx1">
                    <a:tint val="75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20642580" y="38376472"/>
            <a:ext cx="6720840" cy="2204443"/>
          </a:xfrm>
          <a:prstGeom prst="rect">
            <a:avLst/>
          </a:prstGeom>
        </p:spPr>
        <p:txBody>
          <a:bodyPr vert="horz" lIns="401067" tIns="200533" rIns="401067" bIns="200533" rtlCol="0" anchor="ctr"/>
          <a:lstStyle>
            <a:lvl1pPr algn="r">
              <a:defRPr sz="5300">
                <a:solidFill>
                  <a:schemeClr val="tx1">
                    <a:tint val="75000"/>
                  </a:schemeClr>
                </a:solidFill>
              </a:defRPr>
            </a:lvl1pPr>
          </a:lstStyle>
          <a:p>
            <a:fld id="{353ADCC8-0883-400D-AF1A-E5CCD24E4989}" type="slidenum">
              <a:rPr kumimoji="1" lang="ja-JP" altLang="en-US" smtClean="0"/>
              <a: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010660" rtl="0" eaLnBrk="1" latinLnBrk="0" hangingPunct="1">
        <a:spcBef>
          <a:spcPct val="0"/>
        </a:spcBef>
        <a:buNone/>
        <a:defRPr kumimoji="1" sz="19300" kern="1200">
          <a:solidFill>
            <a:schemeClr val="tx1"/>
          </a:solidFill>
          <a:latin typeface="+mj-lt"/>
          <a:ea typeface="+mj-ea"/>
          <a:cs typeface="+mj-cs"/>
        </a:defRPr>
      </a:lvl1pPr>
    </p:titleStyle>
    <p:bodyStyle>
      <a:lvl1pPr marL="1504315" indent="-1504315" algn="l" defTabSz="4010660" rtl="0" eaLnBrk="1" latinLnBrk="0" hangingPunct="1">
        <a:spcBef>
          <a:spcPct val="20000"/>
        </a:spcBef>
        <a:buFont typeface="Arial" panose="020B0604020202090204" pitchFamily="34" charset="0"/>
        <a:buChar char="•"/>
        <a:defRPr kumimoji="1" sz="14000" kern="1200">
          <a:solidFill>
            <a:schemeClr val="tx1"/>
          </a:solidFill>
          <a:latin typeface="+mn-lt"/>
          <a:ea typeface="+mn-ea"/>
          <a:cs typeface="+mn-cs"/>
        </a:defRPr>
      </a:lvl1pPr>
      <a:lvl2pPr marL="3258820" indent="-1253490" algn="l" defTabSz="4010660" rtl="0" eaLnBrk="1" latinLnBrk="0" hangingPunct="1">
        <a:spcBef>
          <a:spcPct val="20000"/>
        </a:spcBef>
        <a:buFont typeface="Arial" panose="020B0604020202090204" pitchFamily="34" charset="0"/>
        <a:buChar char="–"/>
        <a:defRPr kumimoji="1" sz="12300" kern="1200">
          <a:solidFill>
            <a:schemeClr val="tx1"/>
          </a:solidFill>
          <a:latin typeface="+mn-lt"/>
          <a:ea typeface="+mn-ea"/>
          <a:cs typeface="+mn-cs"/>
        </a:defRPr>
      </a:lvl2pPr>
      <a:lvl3pPr marL="5013325" indent="-1002665" algn="l" defTabSz="4010660" rtl="0" eaLnBrk="1" latinLnBrk="0" hangingPunct="1">
        <a:spcBef>
          <a:spcPct val="20000"/>
        </a:spcBef>
        <a:buFont typeface="Arial" panose="020B0604020202090204" pitchFamily="34" charset="0"/>
        <a:buChar char="•"/>
        <a:defRPr kumimoji="1" sz="10600" kern="1200">
          <a:solidFill>
            <a:schemeClr val="tx1"/>
          </a:solidFill>
          <a:latin typeface="+mn-lt"/>
          <a:ea typeface="+mn-ea"/>
          <a:cs typeface="+mn-cs"/>
        </a:defRPr>
      </a:lvl3pPr>
      <a:lvl4pPr marL="7018655" indent="-1002665" algn="l" defTabSz="4010660" rtl="0" eaLnBrk="1" latinLnBrk="0" hangingPunct="1">
        <a:spcBef>
          <a:spcPct val="20000"/>
        </a:spcBef>
        <a:buFont typeface="Arial" panose="020B0604020202090204" pitchFamily="34" charset="0"/>
        <a:buChar char="–"/>
        <a:defRPr kumimoji="1" sz="8700" kern="1200">
          <a:solidFill>
            <a:schemeClr val="tx1"/>
          </a:solidFill>
          <a:latin typeface="+mn-lt"/>
          <a:ea typeface="+mn-ea"/>
          <a:cs typeface="+mn-cs"/>
        </a:defRPr>
      </a:lvl4pPr>
      <a:lvl5pPr marL="9023985" indent="-1002665" algn="l" defTabSz="4010660" rtl="0" eaLnBrk="1" latinLnBrk="0" hangingPunct="1">
        <a:spcBef>
          <a:spcPct val="20000"/>
        </a:spcBef>
        <a:buFont typeface="Arial" panose="020B0604020202090204" pitchFamily="34" charset="0"/>
        <a:buChar char="»"/>
        <a:defRPr kumimoji="1" sz="8700" kern="1200">
          <a:solidFill>
            <a:schemeClr val="tx1"/>
          </a:solidFill>
          <a:latin typeface="+mn-lt"/>
          <a:ea typeface="+mn-ea"/>
          <a:cs typeface="+mn-cs"/>
        </a:defRPr>
      </a:lvl5pPr>
      <a:lvl6pPr marL="11029315" indent="-1002665" algn="l" defTabSz="4010660" rtl="0" eaLnBrk="1" latinLnBrk="0" hangingPunct="1">
        <a:spcBef>
          <a:spcPct val="20000"/>
        </a:spcBef>
        <a:buFont typeface="Arial" panose="020B0604020202090204" pitchFamily="34" charset="0"/>
        <a:buChar char="•"/>
        <a:defRPr kumimoji="1" sz="8700" kern="1200">
          <a:solidFill>
            <a:schemeClr val="tx1"/>
          </a:solidFill>
          <a:latin typeface="+mn-lt"/>
          <a:ea typeface="+mn-ea"/>
          <a:cs typeface="+mn-cs"/>
        </a:defRPr>
      </a:lvl6pPr>
      <a:lvl7pPr marL="13034645" indent="-1002665" algn="l" defTabSz="4010660" rtl="0" eaLnBrk="1" latinLnBrk="0" hangingPunct="1">
        <a:spcBef>
          <a:spcPct val="20000"/>
        </a:spcBef>
        <a:buFont typeface="Arial" panose="020B0604020202090204" pitchFamily="34" charset="0"/>
        <a:buChar char="•"/>
        <a:defRPr kumimoji="1" sz="8700" kern="1200">
          <a:solidFill>
            <a:schemeClr val="tx1"/>
          </a:solidFill>
          <a:latin typeface="+mn-lt"/>
          <a:ea typeface="+mn-ea"/>
          <a:cs typeface="+mn-cs"/>
        </a:defRPr>
      </a:lvl7pPr>
      <a:lvl8pPr marL="15039975" indent="-1002665" algn="l" defTabSz="4010660" rtl="0" eaLnBrk="1" latinLnBrk="0" hangingPunct="1">
        <a:spcBef>
          <a:spcPct val="20000"/>
        </a:spcBef>
        <a:buFont typeface="Arial" panose="020B0604020202090204" pitchFamily="34" charset="0"/>
        <a:buChar char="•"/>
        <a:defRPr kumimoji="1" sz="8700" kern="1200">
          <a:solidFill>
            <a:schemeClr val="tx1"/>
          </a:solidFill>
          <a:latin typeface="+mn-lt"/>
          <a:ea typeface="+mn-ea"/>
          <a:cs typeface="+mn-cs"/>
        </a:defRPr>
      </a:lvl8pPr>
      <a:lvl9pPr marL="17045305" indent="-1002665" algn="l" defTabSz="4010660" rtl="0" eaLnBrk="1" latinLnBrk="0" hangingPunct="1">
        <a:spcBef>
          <a:spcPct val="20000"/>
        </a:spcBef>
        <a:buFont typeface="Arial" panose="020B0604020202090204" pitchFamily="34" charset="0"/>
        <a:buChar char="•"/>
        <a:defRPr kumimoji="1" sz="8700" kern="1200">
          <a:solidFill>
            <a:schemeClr val="tx1"/>
          </a:solidFill>
          <a:latin typeface="+mn-lt"/>
          <a:ea typeface="+mn-ea"/>
          <a:cs typeface="+mn-cs"/>
        </a:defRPr>
      </a:lvl9pPr>
    </p:bodyStyle>
    <p:otherStyle>
      <a:defPPr>
        <a:defRPr lang="ja-JP"/>
      </a:defPPr>
      <a:lvl1pPr marL="0" algn="l" defTabSz="4010660" rtl="0" eaLnBrk="1" latinLnBrk="0" hangingPunct="1">
        <a:defRPr kumimoji="1" sz="7900" kern="1200">
          <a:solidFill>
            <a:schemeClr val="tx1"/>
          </a:solidFill>
          <a:latin typeface="+mn-lt"/>
          <a:ea typeface="+mn-ea"/>
          <a:cs typeface="+mn-cs"/>
        </a:defRPr>
      </a:lvl1pPr>
      <a:lvl2pPr marL="2005330" algn="l" defTabSz="4010660" rtl="0" eaLnBrk="1" latinLnBrk="0" hangingPunct="1">
        <a:defRPr kumimoji="1" sz="7900" kern="1200">
          <a:solidFill>
            <a:schemeClr val="tx1"/>
          </a:solidFill>
          <a:latin typeface="+mn-lt"/>
          <a:ea typeface="+mn-ea"/>
          <a:cs typeface="+mn-cs"/>
        </a:defRPr>
      </a:lvl2pPr>
      <a:lvl3pPr marL="4010660" algn="l" defTabSz="4010660" rtl="0" eaLnBrk="1" latinLnBrk="0" hangingPunct="1">
        <a:defRPr kumimoji="1" sz="7900" kern="1200">
          <a:solidFill>
            <a:schemeClr val="tx1"/>
          </a:solidFill>
          <a:latin typeface="+mn-lt"/>
          <a:ea typeface="+mn-ea"/>
          <a:cs typeface="+mn-cs"/>
        </a:defRPr>
      </a:lvl3pPr>
      <a:lvl4pPr marL="6015990" algn="l" defTabSz="4010660" rtl="0" eaLnBrk="1" latinLnBrk="0" hangingPunct="1">
        <a:defRPr kumimoji="1" sz="7900" kern="1200">
          <a:solidFill>
            <a:schemeClr val="tx1"/>
          </a:solidFill>
          <a:latin typeface="+mn-lt"/>
          <a:ea typeface="+mn-ea"/>
          <a:cs typeface="+mn-cs"/>
        </a:defRPr>
      </a:lvl4pPr>
      <a:lvl5pPr marL="8021320" algn="l" defTabSz="4010660" rtl="0" eaLnBrk="1" latinLnBrk="0" hangingPunct="1">
        <a:defRPr kumimoji="1" sz="7900" kern="1200">
          <a:solidFill>
            <a:schemeClr val="tx1"/>
          </a:solidFill>
          <a:latin typeface="+mn-lt"/>
          <a:ea typeface="+mn-ea"/>
          <a:cs typeface="+mn-cs"/>
        </a:defRPr>
      </a:lvl5pPr>
      <a:lvl6pPr marL="10026650" algn="l" defTabSz="4010660" rtl="0" eaLnBrk="1" latinLnBrk="0" hangingPunct="1">
        <a:defRPr kumimoji="1" sz="7900" kern="1200">
          <a:solidFill>
            <a:schemeClr val="tx1"/>
          </a:solidFill>
          <a:latin typeface="+mn-lt"/>
          <a:ea typeface="+mn-ea"/>
          <a:cs typeface="+mn-cs"/>
        </a:defRPr>
      </a:lvl6pPr>
      <a:lvl7pPr marL="12031980" algn="l" defTabSz="4010660" rtl="0" eaLnBrk="1" latinLnBrk="0" hangingPunct="1">
        <a:defRPr kumimoji="1" sz="7900" kern="1200">
          <a:solidFill>
            <a:schemeClr val="tx1"/>
          </a:solidFill>
          <a:latin typeface="+mn-lt"/>
          <a:ea typeface="+mn-ea"/>
          <a:cs typeface="+mn-cs"/>
        </a:defRPr>
      </a:lvl7pPr>
      <a:lvl8pPr marL="14037310" algn="l" defTabSz="4010660" rtl="0" eaLnBrk="1" latinLnBrk="0" hangingPunct="1">
        <a:defRPr kumimoji="1" sz="7900" kern="1200">
          <a:solidFill>
            <a:schemeClr val="tx1"/>
          </a:solidFill>
          <a:latin typeface="+mn-lt"/>
          <a:ea typeface="+mn-ea"/>
          <a:cs typeface="+mn-cs"/>
        </a:defRPr>
      </a:lvl8pPr>
      <a:lvl9pPr marL="16042640" algn="l" defTabSz="4010660" rtl="0" eaLnBrk="1" latinLnBrk="0" hangingPunct="1">
        <a:defRPr kumimoji="1" sz="7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角丸四角形 7"/>
          <p:cNvSpPr/>
          <p:nvPr/>
        </p:nvSpPr>
        <p:spPr>
          <a:xfrm>
            <a:off x="1018798" y="13196724"/>
            <a:ext cx="26434931" cy="16002807"/>
          </a:xfrm>
          <a:prstGeom prst="roundRect">
            <a:avLst>
              <a:gd name="adj" fmla="val 4313"/>
            </a:avLst>
          </a:prstGeom>
          <a:solidFill>
            <a:schemeClr val="bg1"/>
          </a:solidFill>
          <a:ln w="127000">
            <a:solidFill>
              <a:srgbClr val="028812"/>
            </a:solidFill>
          </a:ln>
        </p:spPr>
        <p:style>
          <a:lnRef idx="2">
            <a:schemeClr val="accent1">
              <a:shade val="50000"/>
            </a:schemeClr>
          </a:lnRef>
          <a:fillRef idx="1">
            <a:schemeClr val="accent1"/>
          </a:fillRef>
          <a:effectRef idx="0">
            <a:schemeClr val="accent1"/>
          </a:effectRef>
          <a:fontRef idx="minor">
            <a:schemeClr val="lt1"/>
          </a:fontRef>
        </p:style>
        <p:txBody>
          <a:bodyPr lIns="87810" tIns="43905" rIns="87810" bIns="43905" rtlCol="0" anchor="t"/>
          <a:lstStyle/>
          <a:p>
            <a:endParaRPr lang="en-US" altLang="ja-JP" sz="3200" dirty="0">
              <a:solidFill>
                <a:schemeClr val="tx1"/>
              </a:solidFill>
              <a:latin typeface="+mn-ea"/>
            </a:endParaRPr>
          </a:p>
        </p:txBody>
      </p:sp>
      <p:sp>
        <p:nvSpPr>
          <p:cNvPr id="4" name="正方形/長方形 3"/>
          <p:cNvSpPr/>
          <p:nvPr/>
        </p:nvSpPr>
        <p:spPr>
          <a:xfrm>
            <a:off x="3600450" y="180307"/>
            <a:ext cx="24107775" cy="4380096"/>
          </a:xfrm>
          <a:prstGeom prst="roundRect">
            <a:avLst/>
          </a:prstGeom>
          <a:solidFill>
            <a:srgbClr val="A1D99C"/>
          </a:solidFill>
        </p:spPr>
        <p:style>
          <a:lnRef idx="0">
            <a:schemeClr val="accent3"/>
          </a:lnRef>
          <a:fillRef idx="3">
            <a:schemeClr val="accent3"/>
          </a:fillRef>
          <a:effectRef idx="3">
            <a:schemeClr val="accent3"/>
          </a:effectRef>
          <a:fontRef idx="minor">
            <a:schemeClr val="lt1"/>
          </a:fontRef>
        </p:style>
        <p:txBody>
          <a:bodyPr lIns="87810" tIns="43905" rIns="87810" bIns="43905" rtlCol="0" anchor="ctr"/>
          <a:lstStyle/>
          <a:p>
            <a:pPr algn="ctr">
              <a:lnSpc>
                <a:spcPct val="150000"/>
              </a:lnSpc>
            </a:pPr>
            <a:r>
              <a:rPr lang="en-US" altLang="ja-JP" sz="4000" dirty="0">
                <a:solidFill>
                  <a:schemeClr val="tx1"/>
                </a:solidFill>
                <a:latin typeface="+mj-ea"/>
                <a:ea typeface="+mj-ea"/>
                <a:cs typeface="Hiragino Maru Gothic Pro" panose="020F0400000000000000" charset="-128"/>
              </a:rPr>
              <a:t>2024 IEEE 13th Global Conference on Consumer Electronics (GCCE 2024)</a:t>
            </a:r>
          </a:p>
          <a:p>
            <a:pPr algn="ctr">
              <a:lnSpc>
                <a:spcPct val="150000"/>
              </a:lnSpc>
            </a:pPr>
            <a:r>
              <a:rPr lang="en-US" altLang="ja-JP" sz="5400" dirty="0">
                <a:solidFill>
                  <a:schemeClr val="tx1"/>
                </a:solidFill>
                <a:latin typeface="+mj-ea"/>
                <a:ea typeface="+mj-ea"/>
                <a:cs typeface="Hiragino Maru Gothic Pro" panose="020F0400000000000000" charset="-128"/>
              </a:rPr>
              <a:t>Proposed Models for Improving Lesion Segmentation in Ischemic Stroke CT Images Based on Hybrid CNN-Transformer Architectures</a:t>
            </a:r>
          </a:p>
          <a:p>
            <a:pPr algn="ctr">
              <a:lnSpc>
                <a:spcPct val="150000"/>
              </a:lnSpc>
            </a:pPr>
            <a:r>
              <a:rPr lang="en-US" altLang="ja-JP" sz="4400" dirty="0">
                <a:solidFill>
                  <a:schemeClr val="tx1"/>
                </a:solidFill>
                <a:latin typeface="+mj-ea"/>
                <a:ea typeface="+mj-ea"/>
                <a:cs typeface="Hiragino Maru Gothic Pro" panose="020F0400000000000000" charset="-128"/>
              </a:rPr>
              <a:t>Yonghao BA</a:t>
            </a:r>
            <a:r>
              <a:rPr lang="ja-JP" altLang="en-US" sz="4400" dirty="0">
                <a:solidFill>
                  <a:schemeClr val="tx1"/>
                </a:solidFill>
                <a:latin typeface="+mj-ea"/>
                <a:ea typeface="+mj-ea"/>
                <a:cs typeface="Hiragino Maru Gothic Pro" panose="020F0400000000000000" charset="-128"/>
              </a:rPr>
              <a:t>，</a:t>
            </a:r>
            <a:r>
              <a:rPr lang="en-US" altLang="ja-JP" sz="4400" dirty="0">
                <a:solidFill>
                  <a:schemeClr val="tx1"/>
                </a:solidFill>
                <a:latin typeface="+mj-ea"/>
                <a:ea typeface="+mj-ea"/>
                <a:cs typeface="Hiragino Maru Gothic Pro" panose="020F0400000000000000" charset="-128"/>
              </a:rPr>
              <a:t>Yuji Watanabe</a:t>
            </a:r>
            <a:r>
              <a:rPr lang="ja-JP" altLang="en-US" sz="4400" dirty="0">
                <a:solidFill>
                  <a:schemeClr val="tx1"/>
                </a:solidFill>
                <a:latin typeface="+mj-ea"/>
                <a:ea typeface="+mj-ea"/>
                <a:cs typeface="Hiragino Maru Gothic Pro" panose="020F0400000000000000" charset="-128"/>
              </a:rPr>
              <a:t>（</a:t>
            </a:r>
            <a:r>
              <a:rPr lang="en-US" altLang="ja-JP" sz="4400" dirty="0">
                <a:solidFill>
                  <a:schemeClr val="tx1"/>
                </a:solidFill>
                <a:latin typeface="+mj-ea"/>
                <a:ea typeface="+mj-ea"/>
                <a:cs typeface="Hiragino Maru Gothic Pro" panose="020F0400000000000000" charset="-128"/>
              </a:rPr>
              <a:t>Graduate School of Science, Nagoya City University</a:t>
            </a:r>
            <a:r>
              <a:rPr lang="ja-JP" altLang="en-US" sz="4400" dirty="0">
                <a:solidFill>
                  <a:schemeClr val="tx1"/>
                </a:solidFill>
                <a:latin typeface="+mj-ea"/>
                <a:ea typeface="+mj-ea"/>
                <a:cs typeface="Hiragino Maru Gothic Pro" panose="020F0400000000000000" charset="-128"/>
              </a:rPr>
              <a:t>）</a:t>
            </a:r>
          </a:p>
        </p:txBody>
      </p:sp>
      <p:sp>
        <p:nvSpPr>
          <p:cNvPr id="5" name="角丸四角形 4"/>
          <p:cNvSpPr/>
          <p:nvPr/>
        </p:nvSpPr>
        <p:spPr>
          <a:xfrm>
            <a:off x="1095375" y="4831004"/>
            <a:ext cx="26434931" cy="8095119"/>
          </a:xfrm>
          <a:prstGeom prst="roundRect">
            <a:avLst>
              <a:gd name="adj" fmla="val 10836"/>
            </a:avLst>
          </a:prstGeom>
          <a:solidFill>
            <a:schemeClr val="bg1"/>
          </a:solidFill>
          <a:ln w="127000" cap="rnd">
            <a:solidFill>
              <a:srgbClr val="028812"/>
            </a:solidFill>
          </a:ln>
        </p:spPr>
        <p:style>
          <a:lnRef idx="2">
            <a:schemeClr val="accent1">
              <a:shade val="50000"/>
            </a:schemeClr>
          </a:lnRef>
          <a:fillRef idx="1">
            <a:schemeClr val="accent1"/>
          </a:fillRef>
          <a:effectRef idx="0">
            <a:schemeClr val="accent1"/>
          </a:effectRef>
          <a:fontRef idx="minor">
            <a:schemeClr val="lt1"/>
          </a:fontRef>
        </p:style>
        <p:txBody>
          <a:bodyPr lIns="87810" tIns="43905" rIns="87810" bIns="43905" rtlCol="0" anchor="ctr"/>
          <a:lstStyle/>
          <a:p>
            <a:pPr algn="just"/>
            <a:endParaRPr lang="en-US" altLang="ja-JP" sz="3600" dirty="0">
              <a:solidFill>
                <a:schemeClr val="tx1"/>
              </a:solidFill>
              <a:latin typeface="Hiragino Maru Gothic Pro" panose="020F0400000000000000" charset="-128"/>
              <a:ea typeface="Hiragino Maru Gothic Pro" panose="020F0400000000000000" charset="-128"/>
            </a:endParaRPr>
          </a:p>
          <a:p>
            <a:pPr algn="just"/>
            <a:endParaRPr lang="en-US" altLang="ja-JP" sz="3600" dirty="0">
              <a:solidFill>
                <a:schemeClr val="tx1"/>
              </a:solidFill>
              <a:latin typeface="Hiragino Maru Gothic Pro" panose="020F0400000000000000" charset="-128"/>
              <a:ea typeface="Hiragino Maru Gothic Pro" panose="020F0400000000000000" charset="-128"/>
            </a:endParaRPr>
          </a:p>
          <a:p>
            <a:pPr algn="just"/>
            <a:r>
              <a:rPr lang="en-US" altLang="ja-JP" sz="3600" dirty="0">
                <a:solidFill>
                  <a:schemeClr val="tx1"/>
                </a:solidFill>
                <a:latin typeface="Hiragino Maru Gothic Pro" panose="020F0400000000000000" charset="-128"/>
                <a:ea typeface="Hiragino Maru Gothic Pro" panose="020F0400000000000000" charset="-128"/>
              </a:rPr>
              <a:t>Semantic segmentation is crucial for many applications, but achieving high performance in complex real-world scenarios remains challenging. In this study, we explore combining CNNs and Transformers for feature extraction and propose two new models—swinTXUNet and swinTAUNet—for the publicly available ischemic stroke CT dataset ISLES2018.</a:t>
            </a:r>
          </a:p>
          <a:p>
            <a:pPr algn="just"/>
            <a:r>
              <a:rPr lang="en-US" altLang="ja-JP" sz="3600" dirty="0">
                <a:solidFill>
                  <a:schemeClr val="tx1"/>
                </a:solidFill>
                <a:latin typeface="Hiragino Maru Gothic Pro" panose="020F0400000000000000" charset="-128"/>
                <a:ea typeface="Hiragino Maru Gothic Pro" panose="020F0400000000000000" charset="-128"/>
              </a:rPr>
              <a:t>We base our models on the traditional U-Net and significantly enhance its encoder. We adopt a branching structure that combines CNN and Transformer, resulting in two new models differentiated by data flow methods. In swinTXUNet, each encoder layer processes data separately through CNN and Transformer modules, then merges them as input to the next layer; in contrast, swinTAUNet merges the outputs into the bottleneck after processing the last layer. Due to changes in data processing methods, we also redesigned the skip connections in swinTAUNet. Experiments show that our proposed method achieves a validation accuracy of 76%, about 15% higher than the previous model, without relying on pre-training. Test results confirm the effectiveness of our method and demonstrate the potential of hybrid CNN-Transformer models for feature extraction.</a:t>
            </a:r>
            <a:endParaRPr lang="ja-JP" altLang="en-US" sz="3600" dirty="0">
              <a:solidFill>
                <a:srgbClr val="FF0000"/>
              </a:solidFill>
              <a:latin typeface="Hiragino Maru Gothic Pro" panose="020F0400000000000000" charset="-128"/>
              <a:ea typeface="Hiragino Maru Gothic Pro" panose="020F0400000000000000" charset="-128"/>
            </a:endParaRPr>
          </a:p>
        </p:txBody>
      </p:sp>
      <p:sp>
        <p:nvSpPr>
          <p:cNvPr id="10" name="正方形/長方形 9"/>
          <p:cNvSpPr/>
          <p:nvPr/>
        </p:nvSpPr>
        <p:spPr>
          <a:xfrm>
            <a:off x="12417957" y="5009872"/>
            <a:ext cx="3967682" cy="1008000"/>
          </a:xfrm>
          <a:prstGeom prst="roundRect">
            <a:avLst/>
          </a:prstGeom>
          <a:solidFill>
            <a:srgbClr val="028812"/>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87810" tIns="43905" rIns="87810" bIns="43905" numCol="1" spcCol="0" rtlCol="0" fromWordArt="0" anchor="ctr" anchorCtr="0" forceAA="0" compatLnSpc="1">
            <a:noAutofit/>
          </a:bodyPr>
          <a:lstStyle/>
          <a:p>
            <a:pPr lvl="0" algn="ctr">
              <a:buClrTx/>
              <a:buSzTx/>
              <a:buFontTx/>
            </a:pPr>
            <a:r>
              <a:rPr lang="en-US" altLang="ja-JP" sz="5400" dirty="0">
                <a:latin typeface="Hiragino Maru Gothic Pro" panose="020F0400000000000000" charset="-128"/>
                <a:ea typeface="Hiragino Maru Gothic Pro" panose="020F0400000000000000" charset="-128"/>
                <a:sym typeface="+mn-ea"/>
              </a:rPr>
              <a:t>Abstract</a:t>
            </a:r>
            <a:endParaRPr lang="ja-JP" altLang="en-US" sz="5400" dirty="0">
              <a:latin typeface="Hiragino Maru Gothic Pro" panose="020F0400000000000000" charset="-128"/>
              <a:ea typeface="Hiragino Maru Gothic Pro" panose="020F0400000000000000" charset="-128"/>
              <a:sym typeface="+mn-ea"/>
            </a:endParaRPr>
          </a:p>
        </p:txBody>
      </p:sp>
      <p:pic>
        <p:nvPicPr>
          <p:cNvPr id="14" name="图片 13" descr="12-19NCUシステム＋英ロゴ"/>
          <p:cNvPicPr>
            <a:picLocks noChangeAspect="1"/>
          </p:cNvPicPr>
          <p:nvPr/>
        </p:nvPicPr>
        <p:blipFill>
          <a:blip r:embed="rId3"/>
          <a:srcRect r="50137"/>
          <a:stretch>
            <a:fillRect/>
          </a:stretch>
        </p:blipFill>
        <p:spPr>
          <a:xfrm>
            <a:off x="901645" y="787929"/>
            <a:ext cx="2679095" cy="3622842"/>
          </a:xfrm>
          <a:prstGeom prst="rect">
            <a:avLst/>
          </a:prstGeom>
        </p:spPr>
      </p:pic>
      <p:sp>
        <p:nvSpPr>
          <p:cNvPr id="31" name="角丸四角形 78"/>
          <p:cNvSpPr/>
          <p:nvPr/>
        </p:nvSpPr>
        <p:spPr>
          <a:xfrm>
            <a:off x="901645" y="29384569"/>
            <a:ext cx="26628661" cy="11628583"/>
          </a:xfrm>
          <a:prstGeom prst="roundRect">
            <a:avLst>
              <a:gd name="adj" fmla="val 5576"/>
            </a:avLst>
          </a:prstGeom>
          <a:noFill/>
          <a:ln w="127000">
            <a:solidFill>
              <a:srgbClr val="028812"/>
            </a:solidFill>
          </a:ln>
        </p:spPr>
        <p:style>
          <a:lnRef idx="2">
            <a:schemeClr val="accent1">
              <a:shade val="50000"/>
            </a:schemeClr>
          </a:lnRef>
          <a:fillRef idx="1">
            <a:schemeClr val="accent1"/>
          </a:fillRef>
          <a:effectRef idx="0">
            <a:schemeClr val="accent1"/>
          </a:effectRef>
          <a:fontRef idx="minor">
            <a:schemeClr val="lt1"/>
          </a:fontRef>
        </p:style>
        <p:txBody>
          <a:bodyPr lIns="87810" tIns="43905" rIns="87810" bIns="43905" rtlCol="0" anchor="t"/>
          <a:lstStyle/>
          <a:p>
            <a:endParaRPr lang="en-US" altLang="ja-JP" sz="6600" dirty="0"/>
          </a:p>
          <a:p>
            <a:pPr marL="548640" indent="-548640">
              <a:buFont typeface="Wingdings" panose="05000000000000000000" pitchFamily="2" charset="2"/>
              <a:buChar char="l"/>
              <a:tabLst>
                <a:tab pos="2750185" algn="l"/>
              </a:tabLst>
            </a:pPr>
            <a:endParaRPr lang="en-US" altLang="ja-JP" sz="4000" dirty="0">
              <a:solidFill>
                <a:schemeClr val="tx1"/>
              </a:solidFill>
            </a:endParaRPr>
          </a:p>
          <a:p>
            <a:pPr marL="548640" indent="-548640">
              <a:buFont typeface="Wingdings" panose="05000000000000000000" pitchFamily="2" charset="2"/>
              <a:buChar char="l"/>
              <a:tabLst>
                <a:tab pos="2750185" algn="l"/>
              </a:tabLst>
            </a:pPr>
            <a:endParaRPr lang="en-US" altLang="ja-JP" sz="4000" dirty="0">
              <a:solidFill>
                <a:schemeClr val="tx1"/>
              </a:solidFill>
            </a:endParaRPr>
          </a:p>
          <a:p>
            <a:pPr marL="548640" indent="-548640">
              <a:buFont typeface="Wingdings" panose="05000000000000000000" pitchFamily="2" charset="2"/>
              <a:buChar char="l"/>
              <a:tabLst>
                <a:tab pos="2750185" algn="l"/>
              </a:tabLst>
            </a:pPr>
            <a:endParaRPr lang="en-US" altLang="ja-JP" sz="4000" dirty="0">
              <a:solidFill>
                <a:schemeClr val="tx1"/>
              </a:solidFill>
            </a:endParaRPr>
          </a:p>
          <a:p>
            <a:pPr marL="548640" indent="-548640">
              <a:buFont typeface="Wingdings" panose="05000000000000000000" pitchFamily="2" charset="2"/>
              <a:buChar char="l"/>
              <a:tabLst>
                <a:tab pos="2750185" algn="l"/>
              </a:tabLst>
            </a:pPr>
            <a:endParaRPr lang="en-US" altLang="ja-JP" sz="4000" dirty="0">
              <a:solidFill>
                <a:schemeClr val="tx1"/>
              </a:solidFill>
            </a:endParaRPr>
          </a:p>
          <a:p>
            <a:pPr marL="548640" indent="-548640">
              <a:buFont typeface="Wingdings" panose="05000000000000000000" pitchFamily="2" charset="2"/>
              <a:buChar char="l"/>
              <a:tabLst>
                <a:tab pos="2750185" algn="l"/>
              </a:tabLst>
            </a:pPr>
            <a:endParaRPr lang="en-US" altLang="ja-JP" sz="4000" dirty="0">
              <a:solidFill>
                <a:schemeClr val="tx1"/>
              </a:solidFill>
            </a:endParaRPr>
          </a:p>
          <a:p>
            <a:pPr marL="548640" indent="-548640">
              <a:buFont typeface="Wingdings" panose="05000000000000000000" pitchFamily="2" charset="2"/>
              <a:buChar char="l"/>
              <a:tabLst>
                <a:tab pos="2750185" algn="l"/>
              </a:tabLst>
            </a:pPr>
            <a:endParaRPr lang="en-US" altLang="ja-JP" sz="4000" dirty="0">
              <a:solidFill>
                <a:schemeClr val="tx1"/>
              </a:solidFill>
            </a:endParaRPr>
          </a:p>
          <a:p>
            <a:pPr marL="548640" indent="-548640">
              <a:buFont typeface="Wingdings" panose="05000000000000000000" pitchFamily="2" charset="2"/>
              <a:buChar char="l"/>
              <a:tabLst>
                <a:tab pos="2750185" algn="l"/>
              </a:tabLst>
            </a:pPr>
            <a:endParaRPr lang="en-US" altLang="ja-JP" sz="4000" dirty="0">
              <a:solidFill>
                <a:schemeClr val="tx1"/>
              </a:solidFill>
            </a:endParaRPr>
          </a:p>
          <a:p>
            <a:pPr marL="548640" indent="-548640">
              <a:buFont typeface="Wingdings" panose="05000000000000000000" pitchFamily="2" charset="2"/>
              <a:buChar char="l"/>
              <a:tabLst>
                <a:tab pos="2750185" algn="l"/>
              </a:tabLst>
            </a:pPr>
            <a:endParaRPr lang="en-US" altLang="ja-JP" sz="4000" dirty="0">
              <a:solidFill>
                <a:schemeClr val="tx1"/>
              </a:solidFill>
            </a:endParaRPr>
          </a:p>
          <a:p>
            <a:pPr marL="548640" indent="-548640">
              <a:buFont typeface="Wingdings" panose="05000000000000000000" pitchFamily="2" charset="2"/>
              <a:buChar char="l"/>
              <a:tabLst>
                <a:tab pos="2750185" algn="l"/>
              </a:tabLst>
            </a:pPr>
            <a:endParaRPr lang="en-US" altLang="ja-JP" sz="4000" dirty="0">
              <a:solidFill>
                <a:schemeClr val="tx1"/>
              </a:solidFill>
            </a:endParaRPr>
          </a:p>
          <a:p>
            <a:pPr marL="548640" indent="-548640">
              <a:buFont typeface="Wingdings" panose="05000000000000000000" pitchFamily="2" charset="2"/>
              <a:buChar char="l"/>
              <a:tabLst>
                <a:tab pos="2750185" algn="l"/>
              </a:tabLst>
            </a:pPr>
            <a:endParaRPr lang="en-US" altLang="ja-JP" sz="4000" dirty="0">
              <a:solidFill>
                <a:schemeClr val="tx1"/>
              </a:solidFill>
            </a:endParaRPr>
          </a:p>
          <a:p>
            <a:pPr marL="548640" indent="-548640">
              <a:buFont typeface="Wingdings" panose="05000000000000000000" pitchFamily="2" charset="2"/>
              <a:buChar char="l"/>
              <a:tabLst>
                <a:tab pos="2750185" algn="l"/>
              </a:tabLst>
            </a:pPr>
            <a:endParaRPr lang="en-US" altLang="ja-JP" sz="4000" dirty="0">
              <a:solidFill>
                <a:schemeClr val="tx1"/>
              </a:solidFill>
            </a:endParaRPr>
          </a:p>
          <a:p>
            <a:pPr marL="548640" indent="-548640">
              <a:buFont typeface="Wingdings" panose="05000000000000000000" pitchFamily="2" charset="2"/>
              <a:buChar char="l"/>
              <a:tabLst>
                <a:tab pos="2750185" algn="l"/>
              </a:tabLst>
            </a:pPr>
            <a:endParaRPr lang="en-US" altLang="ja-JP" sz="4000" dirty="0">
              <a:solidFill>
                <a:schemeClr val="tx1"/>
              </a:solidFill>
            </a:endParaRPr>
          </a:p>
          <a:p>
            <a:pPr marL="548640" indent="-548640">
              <a:buFont typeface="Wingdings" panose="05000000000000000000" pitchFamily="2" charset="2"/>
              <a:buChar char="l"/>
              <a:tabLst>
                <a:tab pos="2750185" algn="l"/>
              </a:tabLst>
            </a:pPr>
            <a:endParaRPr lang="en-US" altLang="ja-JP" sz="4000" dirty="0">
              <a:solidFill>
                <a:schemeClr val="tx1"/>
              </a:solidFill>
            </a:endParaRPr>
          </a:p>
          <a:p>
            <a:pPr>
              <a:tabLst>
                <a:tab pos="2750185" algn="l"/>
              </a:tabLst>
            </a:pPr>
            <a:endParaRPr lang="en-US" altLang="ja-JP" sz="4000" dirty="0">
              <a:solidFill>
                <a:schemeClr val="tx1"/>
              </a:solidFill>
            </a:endParaRPr>
          </a:p>
          <a:p>
            <a:pPr marL="548640" indent="-548640">
              <a:buFont typeface="Wingdings" panose="05000000000000000000" pitchFamily="2" charset="2"/>
              <a:buChar char="l"/>
              <a:tabLst>
                <a:tab pos="2750185" algn="l"/>
              </a:tabLst>
            </a:pPr>
            <a:endParaRPr lang="en-US" altLang="ja-JP" sz="4000" dirty="0">
              <a:solidFill>
                <a:schemeClr val="tx1"/>
              </a:solidFill>
            </a:endParaRPr>
          </a:p>
        </p:txBody>
      </p:sp>
      <p:sp>
        <p:nvSpPr>
          <p:cNvPr id="9" name="正方形/長方形 79">
            <a:extLst>
              <a:ext uri="{FF2B5EF4-FFF2-40B4-BE49-F238E27FC236}">
                <a16:creationId xmlns:a16="http://schemas.microsoft.com/office/drawing/2014/main" id="{5FA3ECF9-0142-AA5F-6C40-FE2CD2322169}"/>
              </a:ext>
            </a:extLst>
          </p:cNvPr>
          <p:cNvSpPr/>
          <p:nvPr/>
        </p:nvSpPr>
        <p:spPr>
          <a:xfrm>
            <a:off x="10849509" y="13381762"/>
            <a:ext cx="7104579" cy="1008000"/>
          </a:xfrm>
          <a:prstGeom prst="roundRect">
            <a:avLst/>
          </a:prstGeom>
          <a:solidFill>
            <a:srgbClr val="028812"/>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87810" tIns="43905" rIns="87810" bIns="43905" rtlCol="0" anchor="ctr"/>
          <a:lstStyle/>
          <a:p>
            <a:pPr algn="ctr"/>
            <a:r>
              <a:rPr lang="en-US" altLang="ja-JP" sz="5400" dirty="0"/>
              <a:t>PROPUSED METHODS</a:t>
            </a:r>
            <a:endParaRPr lang="ja-JP" altLang="en-US" sz="5400" dirty="0"/>
          </a:p>
        </p:txBody>
      </p:sp>
      <p:pic>
        <p:nvPicPr>
          <p:cNvPr id="26" name="图片 25">
            <a:extLst>
              <a:ext uri="{FF2B5EF4-FFF2-40B4-BE49-F238E27FC236}">
                <a16:creationId xmlns:a16="http://schemas.microsoft.com/office/drawing/2014/main" id="{0AE97CFA-C9A4-A3C8-1D66-2EC4095D6900}"/>
              </a:ext>
            </a:extLst>
          </p:cNvPr>
          <p:cNvPicPr>
            <a:picLocks noChangeAspect="1"/>
          </p:cNvPicPr>
          <p:nvPr/>
        </p:nvPicPr>
        <p:blipFill>
          <a:blip r:embed="rId4"/>
          <a:stretch>
            <a:fillRect/>
          </a:stretch>
        </p:blipFill>
        <p:spPr>
          <a:xfrm>
            <a:off x="1265336" y="14458936"/>
            <a:ext cx="8897859" cy="7002273"/>
          </a:xfrm>
          <a:prstGeom prst="rect">
            <a:avLst/>
          </a:prstGeom>
        </p:spPr>
      </p:pic>
      <p:pic>
        <p:nvPicPr>
          <p:cNvPr id="32" name="图片 31">
            <a:extLst>
              <a:ext uri="{FF2B5EF4-FFF2-40B4-BE49-F238E27FC236}">
                <a16:creationId xmlns:a16="http://schemas.microsoft.com/office/drawing/2014/main" id="{13EBF3A2-AC00-6D07-03E7-587C0A05104A}"/>
              </a:ext>
            </a:extLst>
          </p:cNvPr>
          <p:cNvPicPr>
            <a:picLocks noChangeAspect="1"/>
          </p:cNvPicPr>
          <p:nvPr/>
        </p:nvPicPr>
        <p:blipFill>
          <a:blip r:embed="rId5"/>
          <a:stretch>
            <a:fillRect/>
          </a:stretch>
        </p:blipFill>
        <p:spPr>
          <a:xfrm>
            <a:off x="10297344" y="14458936"/>
            <a:ext cx="4967516" cy="6714241"/>
          </a:xfrm>
          <a:prstGeom prst="rect">
            <a:avLst/>
          </a:prstGeom>
        </p:spPr>
      </p:pic>
      <p:pic>
        <p:nvPicPr>
          <p:cNvPr id="38" name="图片 37">
            <a:extLst>
              <a:ext uri="{FF2B5EF4-FFF2-40B4-BE49-F238E27FC236}">
                <a16:creationId xmlns:a16="http://schemas.microsoft.com/office/drawing/2014/main" id="{BDCE53C6-3F48-DC2C-4190-D2C5F4973B67}"/>
              </a:ext>
            </a:extLst>
          </p:cNvPr>
          <p:cNvPicPr>
            <a:picLocks noChangeAspect="1"/>
          </p:cNvPicPr>
          <p:nvPr/>
        </p:nvPicPr>
        <p:blipFill>
          <a:blip r:embed="rId6"/>
          <a:stretch>
            <a:fillRect/>
          </a:stretch>
        </p:blipFill>
        <p:spPr>
          <a:xfrm>
            <a:off x="11123630" y="21173177"/>
            <a:ext cx="8897859" cy="7800179"/>
          </a:xfrm>
          <a:prstGeom prst="rect">
            <a:avLst/>
          </a:prstGeom>
        </p:spPr>
      </p:pic>
      <p:pic>
        <p:nvPicPr>
          <p:cNvPr id="47" name="图片 46">
            <a:extLst>
              <a:ext uri="{FF2B5EF4-FFF2-40B4-BE49-F238E27FC236}">
                <a16:creationId xmlns:a16="http://schemas.microsoft.com/office/drawing/2014/main" id="{14C3F40F-7D53-28B6-AE92-1AEE4C2E2BA2}"/>
              </a:ext>
            </a:extLst>
          </p:cNvPr>
          <p:cNvPicPr>
            <a:picLocks noChangeAspect="1"/>
          </p:cNvPicPr>
          <p:nvPr/>
        </p:nvPicPr>
        <p:blipFill>
          <a:blip r:embed="rId7"/>
          <a:stretch>
            <a:fillRect/>
          </a:stretch>
        </p:blipFill>
        <p:spPr>
          <a:xfrm>
            <a:off x="20450472" y="20948190"/>
            <a:ext cx="6556018" cy="8018843"/>
          </a:xfrm>
          <a:prstGeom prst="rect">
            <a:avLst/>
          </a:prstGeom>
        </p:spPr>
      </p:pic>
      <p:sp>
        <p:nvSpPr>
          <p:cNvPr id="49" name="正方形/長方形 79">
            <a:extLst>
              <a:ext uri="{FF2B5EF4-FFF2-40B4-BE49-F238E27FC236}">
                <a16:creationId xmlns:a16="http://schemas.microsoft.com/office/drawing/2014/main" id="{9308AE51-2DDC-77FF-758A-F08BA250A541}"/>
              </a:ext>
            </a:extLst>
          </p:cNvPr>
          <p:cNvSpPr/>
          <p:nvPr/>
        </p:nvSpPr>
        <p:spPr>
          <a:xfrm>
            <a:off x="11123630" y="29534201"/>
            <a:ext cx="6830458" cy="954424"/>
          </a:xfrm>
          <a:prstGeom prst="roundRect">
            <a:avLst/>
          </a:prstGeom>
          <a:solidFill>
            <a:srgbClr val="028812"/>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87810" tIns="43905" rIns="87810" bIns="43905" rtlCol="0" anchor="ctr"/>
          <a:lstStyle/>
          <a:p>
            <a:pPr algn="ctr"/>
            <a:r>
              <a:rPr lang="en-US" altLang="ja-JP" sz="5400" dirty="0"/>
              <a:t>EXPERIMENTATIONS</a:t>
            </a:r>
            <a:endParaRPr lang="ja-JP" altLang="en-US" sz="5400" dirty="0"/>
          </a:p>
        </p:txBody>
      </p:sp>
      <p:pic>
        <p:nvPicPr>
          <p:cNvPr id="57" name="图片 56">
            <a:extLst>
              <a:ext uri="{FF2B5EF4-FFF2-40B4-BE49-F238E27FC236}">
                <a16:creationId xmlns:a16="http://schemas.microsoft.com/office/drawing/2014/main" id="{4A5875A0-C6BA-8763-EDF2-9272C4D47B54}"/>
              </a:ext>
            </a:extLst>
          </p:cNvPr>
          <p:cNvPicPr>
            <a:picLocks noChangeAspect="1"/>
          </p:cNvPicPr>
          <p:nvPr/>
        </p:nvPicPr>
        <p:blipFill>
          <a:blip r:embed="rId8"/>
          <a:stretch>
            <a:fillRect/>
          </a:stretch>
        </p:blipFill>
        <p:spPr>
          <a:xfrm>
            <a:off x="1072074" y="30623045"/>
            <a:ext cx="11967503" cy="8513590"/>
          </a:xfrm>
          <a:prstGeom prst="rect">
            <a:avLst/>
          </a:prstGeom>
        </p:spPr>
      </p:pic>
      <p:pic>
        <p:nvPicPr>
          <p:cNvPr id="59" name="图片 58">
            <a:extLst>
              <a:ext uri="{FF2B5EF4-FFF2-40B4-BE49-F238E27FC236}">
                <a16:creationId xmlns:a16="http://schemas.microsoft.com/office/drawing/2014/main" id="{C1DF93D6-42EE-5839-C012-1F89D26C946C}"/>
              </a:ext>
            </a:extLst>
          </p:cNvPr>
          <p:cNvPicPr>
            <a:picLocks noChangeAspect="1"/>
          </p:cNvPicPr>
          <p:nvPr/>
        </p:nvPicPr>
        <p:blipFill>
          <a:blip r:embed="rId9"/>
          <a:stretch>
            <a:fillRect/>
          </a:stretch>
        </p:blipFill>
        <p:spPr>
          <a:xfrm>
            <a:off x="13245683" y="34496283"/>
            <a:ext cx="13897544" cy="6270680"/>
          </a:xfrm>
          <a:prstGeom prst="rect">
            <a:avLst/>
          </a:prstGeom>
        </p:spPr>
      </p:pic>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TotalTime>
  <Words>240</Words>
  <Application>Microsoft Office PowerPoint</Application>
  <PresentationFormat>自定义</PresentationFormat>
  <Paragraphs>24</Paragraphs>
  <Slides>1</Slides>
  <Notes>1</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vt:i4>
      </vt:variant>
    </vt:vector>
  </HeadingPairs>
  <TitlesOfParts>
    <vt:vector size="6" baseType="lpstr">
      <vt:lpstr>Calibri</vt:lpstr>
      <vt:lpstr>Wingdings</vt:lpstr>
      <vt:lpstr>Hiragino Maru Gothic Pro</vt:lpstr>
      <vt:lpstr>Arial</vt:lpstr>
      <vt:lpstr>Office ​​テーマ</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SBRA2015_S-2-13</dc:title>
  <dc:creator>fujita</dc:creator>
  <cp:lastModifiedBy>ドン 凛</cp:lastModifiedBy>
  <cp:revision>309</cp:revision>
  <cp:lastPrinted>2023-12-14T07:44:15Z</cp:lastPrinted>
  <dcterms:created xsi:type="dcterms:W3CDTF">2023-12-14T07:44:15Z</dcterms:created>
  <dcterms:modified xsi:type="dcterms:W3CDTF">2024-10-09T01:34:10Z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AF699869D03E6601F3F24D659183F771_43</vt:lpwstr>
  </property>
  <property fmtid="{D5CDD505-2E9C-101B-9397-08002B2CF9AE}" pid="3" name="KSOProductBuildVer">
    <vt:lpwstr>2052-6.4.0.8550</vt:lpwstr>
  </property>
</Properties>
</file>